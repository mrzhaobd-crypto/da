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a75001207cd14238" /><Relationship Type="http://schemas.openxmlformats.org/officeDocument/2006/relationships/extended-properties" Target="/docProps/app.xml" Id="R20184bfcb3454ccd" /><Relationship Type="http://schemas.openxmlformats.org/officeDocument/2006/relationships/officeDocument" Target="/ppt/presentation.xml" Id="R0aac85a7ccb843d5" /></Relationships>
</file>

<file path=ppt/presentation.xml><?xml version="1.0" encoding="utf-8"?>
<p:presentation xmlns:p="http://schemas.openxmlformats.org/presentationml/2006/main">
  <p:sldMasterIdLst>
    <p:sldMasterId xmlns:r="http://schemas.openxmlformats.org/officeDocument/2006/relationships" id="2147483648" r:id="Rbf9fa175e90d4917"/>
  </p:sldMasterIdLst>
  <p:notesMasterIdLst>
    <p:notesMasterId xmlns:r="http://schemas.openxmlformats.org/officeDocument/2006/relationships" r:id="R6011da9577984d71"/>
  </p:notesMasterIdLst>
  <p:sldIdLst>
    <p:sldId xmlns:r="http://schemas.openxmlformats.org/officeDocument/2006/relationships" id="256" r:id="Rcd56ed1b4aab4e2f"/>
    <p:sldId xmlns:r="http://schemas.openxmlformats.org/officeDocument/2006/relationships" id="257" r:id="R26f7d57e6b5246e0"/>
    <p:sldId xmlns:r="http://schemas.openxmlformats.org/officeDocument/2006/relationships" id="258" r:id="R76bc399a248f44a1"/>
    <p:sldId xmlns:r="http://schemas.openxmlformats.org/officeDocument/2006/relationships" id="259" r:id="R971b8ecc33374118"/>
    <p:sldId xmlns:r="http://schemas.openxmlformats.org/officeDocument/2006/relationships" id="260" r:id="Rebe273849133495a"/>
    <p:sldId xmlns:r="http://schemas.openxmlformats.org/officeDocument/2006/relationships" id="261" r:id="R776f3470b1d449e5"/>
    <p:sldId xmlns:r="http://schemas.openxmlformats.org/officeDocument/2006/relationships" id="262" r:id="R09ed6402248842d7"/>
    <p:sldId xmlns:r="http://schemas.openxmlformats.org/officeDocument/2006/relationships" id="263" r:id="R70f6b7691228454e"/>
    <p:sldId xmlns:r="http://schemas.openxmlformats.org/officeDocument/2006/relationships" id="264" r:id="Rce2d62607575459b"/>
    <p:sldId xmlns:r="http://schemas.openxmlformats.org/officeDocument/2006/relationships" id="265" r:id="R6955687b212e4a55"/>
    <p:sldId xmlns:r="http://schemas.openxmlformats.org/officeDocument/2006/relationships" id="266" r:id="Rc02933fa6f6f4bd8"/>
    <p:sldId xmlns:r="http://schemas.openxmlformats.org/officeDocument/2006/relationships" id="267" r:id="R24a3f3f81e294e1e"/>
    <p:sldId xmlns:r="http://schemas.openxmlformats.org/officeDocument/2006/relationships" id="268" r:id="Rb5343ddd68054312"/>
    <p:sldId xmlns:r="http://schemas.openxmlformats.org/officeDocument/2006/relationships" id="269" r:id="Re2193d5e2a314311"/>
    <p:sldId xmlns:r="http://schemas.openxmlformats.org/officeDocument/2006/relationships" id="270" r:id="R0255ed4b2f8846a2"/>
    <p:sldId xmlns:r="http://schemas.openxmlformats.org/officeDocument/2006/relationships" id="271" r:id="Rbb51d87d5c6c4583"/>
    <p:sldId xmlns:r="http://schemas.openxmlformats.org/officeDocument/2006/relationships" id="272" r:id="R8e0ddf3b63d743f8"/>
    <p:sldId xmlns:r="http://schemas.openxmlformats.org/officeDocument/2006/relationships" id="273" r:id="Re8fd5293a77d4153"/>
    <p:sldId xmlns:r="http://schemas.openxmlformats.org/officeDocument/2006/relationships" id="274" r:id="R1de456b40a1a4468"/>
    <p:sldId xmlns:r="http://schemas.openxmlformats.org/officeDocument/2006/relationships" id="275" r:id="Rdd3dc3ad4f3e4bc1"/>
    <p:sldId xmlns:r="http://schemas.openxmlformats.org/officeDocument/2006/relationships" id="276" r:id="Rbba75fb7d974464a"/>
    <p:sldId xmlns:r="http://schemas.openxmlformats.org/officeDocument/2006/relationships" id="277" r:id="Ree95200236854117"/>
    <p:sldId xmlns:r="http://schemas.openxmlformats.org/officeDocument/2006/relationships" id="278" r:id="R2ec8741835f045e4"/>
    <p:sldId xmlns:r="http://schemas.openxmlformats.org/officeDocument/2006/relationships" id="279" r:id="R6297645dcca4421a"/>
    <p:sldId xmlns:r="http://schemas.openxmlformats.org/officeDocument/2006/relationships" id="280" r:id="R6783dfe5e62c41d6"/>
    <p:sldId xmlns:r="http://schemas.openxmlformats.org/officeDocument/2006/relationships" id="281" r:id="R7c697ba4e4ea487c"/>
    <p:sldId xmlns:r="http://schemas.openxmlformats.org/officeDocument/2006/relationships" id="282" r:id="R1fb8876e3cd34525"/>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fb57923e7234da5" /><Relationship Type="http://schemas.openxmlformats.org/officeDocument/2006/relationships/slideMaster" Target="/ppt/slideMasters/slideMaster1.xml" Id="Rbf9fa175e90d4917" /><Relationship Type="http://schemas.openxmlformats.org/officeDocument/2006/relationships/notesMaster" Target="/ppt/notesMasters/notesMaster1.xml" Id="R6011da9577984d71" /><Relationship Type="http://schemas.openxmlformats.org/officeDocument/2006/relationships/presProps" Target="/ppt/presProps.xml" Id="Ra27441bf0cb64747" /><Relationship Type="http://schemas.openxmlformats.org/officeDocument/2006/relationships/viewProps" Target="/ppt/viewProps.xml" Id="R2e16af75ab5d4514" /><Relationship Type="http://schemas.openxmlformats.org/officeDocument/2006/relationships/tableStyles" Target="/ppt/tableStyles.xml" Id="R78e6ae2875634cbf" /><Relationship Type="http://schemas.openxmlformats.org/officeDocument/2006/relationships/slide" Target="/ppt/slides/slide1.xml" Id="Rcd56ed1b4aab4e2f" /><Relationship Type="http://schemas.openxmlformats.org/officeDocument/2006/relationships/slide" Target="/ppt/slides/slide2.xml" Id="R26f7d57e6b5246e0" /><Relationship Type="http://schemas.openxmlformats.org/officeDocument/2006/relationships/slide" Target="/ppt/slides/slide3.xml" Id="R76bc399a248f44a1" /><Relationship Type="http://schemas.openxmlformats.org/officeDocument/2006/relationships/slide" Target="/ppt/slides/slide4.xml" Id="R971b8ecc33374118" /><Relationship Type="http://schemas.openxmlformats.org/officeDocument/2006/relationships/slide" Target="/ppt/slides/slide5.xml" Id="Rebe273849133495a" /><Relationship Type="http://schemas.openxmlformats.org/officeDocument/2006/relationships/slide" Target="/ppt/slides/slide6.xml" Id="R776f3470b1d449e5" /><Relationship Type="http://schemas.openxmlformats.org/officeDocument/2006/relationships/slide" Target="/ppt/slides/slide7.xml" Id="R09ed6402248842d7" /><Relationship Type="http://schemas.openxmlformats.org/officeDocument/2006/relationships/slide" Target="/ppt/slides/slide8.xml" Id="R70f6b7691228454e" /><Relationship Type="http://schemas.openxmlformats.org/officeDocument/2006/relationships/slide" Target="/ppt/slides/slide9.xml" Id="Rce2d62607575459b" /><Relationship Type="http://schemas.openxmlformats.org/officeDocument/2006/relationships/slide" Target="/ppt/slides/slide10.xml" Id="R6955687b212e4a55" /><Relationship Type="http://schemas.openxmlformats.org/officeDocument/2006/relationships/slide" Target="/ppt/slides/slide11.xml" Id="Rc02933fa6f6f4bd8" /><Relationship Type="http://schemas.openxmlformats.org/officeDocument/2006/relationships/slide" Target="/ppt/slides/slide12.xml" Id="R24a3f3f81e294e1e" /><Relationship Type="http://schemas.openxmlformats.org/officeDocument/2006/relationships/slide" Target="/ppt/slides/slide13.xml" Id="Rb5343ddd68054312" /><Relationship Type="http://schemas.openxmlformats.org/officeDocument/2006/relationships/slide" Target="/ppt/slides/slide14.xml" Id="Re2193d5e2a314311" /><Relationship Type="http://schemas.openxmlformats.org/officeDocument/2006/relationships/slide" Target="/ppt/slides/slide15.xml" Id="R0255ed4b2f8846a2" /><Relationship Type="http://schemas.openxmlformats.org/officeDocument/2006/relationships/slide" Target="/ppt/slides/slide16.xml" Id="Rbb51d87d5c6c4583" /><Relationship Type="http://schemas.openxmlformats.org/officeDocument/2006/relationships/slide" Target="/ppt/slides/slide17.xml" Id="R8e0ddf3b63d743f8" /><Relationship Type="http://schemas.openxmlformats.org/officeDocument/2006/relationships/slide" Target="/ppt/slides/slide18.xml" Id="Re8fd5293a77d4153" /><Relationship Type="http://schemas.openxmlformats.org/officeDocument/2006/relationships/slide" Target="/ppt/slides/slide19.xml" Id="R1de456b40a1a4468" /><Relationship Type="http://schemas.openxmlformats.org/officeDocument/2006/relationships/slide" Target="/ppt/slides/slide20.xml" Id="Rdd3dc3ad4f3e4bc1" /><Relationship Type="http://schemas.openxmlformats.org/officeDocument/2006/relationships/slide" Target="/ppt/slides/slide21.xml" Id="Rbba75fb7d974464a" /><Relationship Type="http://schemas.openxmlformats.org/officeDocument/2006/relationships/slide" Target="/ppt/slides/slide22.xml" Id="Ree95200236854117" /><Relationship Type="http://schemas.openxmlformats.org/officeDocument/2006/relationships/slide" Target="/ppt/slides/slide23.xml" Id="R2ec8741835f045e4" /><Relationship Type="http://schemas.openxmlformats.org/officeDocument/2006/relationships/slide" Target="/ppt/slides/slide24.xml" Id="R6297645dcca4421a" /><Relationship Type="http://schemas.openxmlformats.org/officeDocument/2006/relationships/slide" Target="/ppt/slides/slide25.xml" Id="R6783dfe5e62c41d6" /><Relationship Type="http://schemas.openxmlformats.org/officeDocument/2006/relationships/slide" Target="/ppt/slides/slide26.xml" Id="R7c697ba4e4ea487c" /><Relationship Type="http://schemas.openxmlformats.org/officeDocument/2006/relationships/slide" Target="/ppt/slides/slide27.xml" Id="R1fb8876e3cd345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b56b599a004c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576be4d16c4ce2" /><Relationship Type="http://schemas.openxmlformats.org/officeDocument/2006/relationships/notesMaster" Target="/ppt/notesMasters/notesMaster1.xml" Id="R86c644afc39f42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a7117a2f8d4a01" /><Relationship Type="http://schemas.openxmlformats.org/officeDocument/2006/relationships/notesMaster" Target="/ppt/notesMasters/notesMaster1.xml" Id="Rb137d0fb64ac4d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00c8d24fa64c20" /><Relationship Type="http://schemas.openxmlformats.org/officeDocument/2006/relationships/notesMaster" Target="/ppt/notesMasters/notesMaster1.xml" Id="R88a62af53cc848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ad1711f349427e" /><Relationship Type="http://schemas.openxmlformats.org/officeDocument/2006/relationships/notesMaster" Target="/ppt/notesMasters/notesMaster1.xml" Id="R266d3de9bfa5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cb160e4b554503" /><Relationship Type="http://schemas.openxmlformats.org/officeDocument/2006/relationships/notesMaster" Target="/ppt/notesMasters/notesMaster1.xml" Id="R8ea42614c53048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f1e974447440d6" /><Relationship Type="http://schemas.openxmlformats.org/officeDocument/2006/relationships/notesMaster" Target="/ppt/notesMasters/notesMaster1.xml" Id="R728804d430da46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a21626b50e438e" /><Relationship Type="http://schemas.openxmlformats.org/officeDocument/2006/relationships/notesMaster" Target="/ppt/notesMasters/notesMaster1.xml" Id="R42c6421cb7eb41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dd04480c654e92" /><Relationship Type="http://schemas.openxmlformats.org/officeDocument/2006/relationships/notesMaster" Target="/ppt/notesMasters/notesMaster1.xml" Id="R45610d28f5e043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4c7e42eb8b4fa8" /><Relationship Type="http://schemas.openxmlformats.org/officeDocument/2006/relationships/notesMaster" Target="/ppt/notesMasters/notesMaster1.xml" Id="R31b3571a9f9048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4287a9cbae40fc" /><Relationship Type="http://schemas.openxmlformats.org/officeDocument/2006/relationships/notesMaster" Target="/ppt/notesMasters/notesMaster1.xml" Id="R08815bbeb04f4c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67a30773004a1c" /><Relationship Type="http://schemas.openxmlformats.org/officeDocument/2006/relationships/notesMaster" Target="/ppt/notesMasters/notesMaster1.xml" Id="R6ff06f778d724c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204bdc42e842b2" /><Relationship Type="http://schemas.openxmlformats.org/officeDocument/2006/relationships/notesMaster" Target="/ppt/notesMasters/notesMaster1.xml" Id="Reac7d762394649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f847e555ee4989" /><Relationship Type="http://schemas.openxmlformats.org/officeDocument/2006/relationships/notesMaster" Target="/ppt/notesMasters/notesMaster1.xml" Id="Rad140650efd24c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c4a3436c974377" /><Relationship Type="http://schemas.openxmlformats.org/officeDocument/2006/relationships/notesMaster" Target="/ppt/notesMasters/notesMaster1.xml" Id="R7b557ba4f56c46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44eced79b944a1" /><Relationship Type="http://schemas.openxmlformats.org/officeDocument/2006/relationships/notesMaster" Target="/ppt/notesMasters/notesMaster1.xml" Id="Reff4c2a9cb254a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b8910e11fc4a3d" /><Relationship Type="http://schemas.openxmlformats.org/officeDocument/2006/relationships/notesMaster" Target="/ppt/notesMasters/notesMaster1.xml" Id="Rabb8047d26e74b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9c2a794a114dc7" /><Relationship Type="http://schemas.openxmlformats.org/officeDocument/2006/relationships/notesMaster" Target="/ppt/notesMasters/notesMaster1.xml" Id="R5bd70057e20743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305fa56e82421c" /><Relationship Type="http://schemas.openxmlformats.org/officeDocument/2006/relationships/notesMaster" Target="/ppt/notesMasters/notesMaster1.xml" Id="Rcea71f740fa848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c5699e2f2b4a5d" /><Relationship Type="http://schemas.openxmlformats.org/officeDocument/2006/relationships/notesMaster" Target="/ppt/notesMasters/notesMaster1.xml" Id="Rb59ae1c38edd44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c8655687754355" /><Relationship Type="http://schemas.openxmlformats.org/officeDocument/2006/relationships/notesMaster" Target="/ppt/notesMasters/notesMaster1.xml" Id="R49e44be4faec44b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de6e404058483c" /><Relationship Type="http://schemas.openxmlformats.org/officeDocument/2006/relationships/notesMaster" Target="/ppt/notesMasters/notesMaster1.xml" Id="Rbadbf8be3fe141a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68d475b04f4c2f" /><Relationship Type="http://schemas.openxmlformats.org/officeDocument/2006/relationships/notesMaster" Target="/ppt/notesMasters/notesMaster1.xml" Id="R95379d6db19c43c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233a2f12674f70" /><Relationship Type="http://schemas.openxmlformats.org/officeDocument/2006/relationships/notesMaster" Target="/ppt/notesMasters/notesMaster1.xml" Id="R585b592f25f34d1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5e7b0894b34d48" /><Relationship Type="http://schemas.openxmlformats.org/officeDocument/2006/relationships/notesMaster" Target="/ppt/notesMasters/notesMaster1.xml" Id="R76c3bf72e33e45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764467cc034f10" /><Relationship Type="http://schemas.openxmlformats.org/officeDocument/2006/relationships/notesMaster" Target="/ppt/notesMasters/notesMaster1.xml" Id="R9ccfdfa5290e4bd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174640d8fa14557" /><Relationship Type="http://schemas.openxmlformats.org/officeDocument/2006/relationships/notesMaster" Target="/ppt/notesMasters/notesMaster1.xml" Id="Rf2211f898b184d6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ab9a6272824eec" /><Relationship Type="http://schemas.openxmlformats.org/officeDocument/2006/relationships/notesMaster" Target="/ppt/notesMasters/notesMaster1.xml" Id="R66b5179b299b42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2025106293 zhaoboda입니다. 강의 노트를 핵심 요약과 복습 퀴즈로 연결하는 NoteQuiz를 소개하겠습니다.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개요부터 문제, 해결 방법, 셀프 논증, Flutter 구현 순서로 설명하고 마지막에 데모를 보여 드리겠습니다. 표지와 목차 시간은 개요 45초 안에 포함합니다.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https://apps.apple.com/us/app/knowt-ai-flashcards-notes/id6463744184 ; Apple RSS. 원문 날짜·별점 재확인. 작성자명 삭제.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Knowt의 공식 소개 화면이고, 오른쪽은 NoteQuiz의 실제 UI입니다. 강의 입력, 요약, 퀴즈, 해설을 한 흐름으로 묶었습니다. 진행 상황을 표시하고, 같은 문항의 선택지와 정답을 일치시키며, 오류가 나면 다시 시도할 수 있게 했습니다.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https://apps.apple.com/us/app/knowt-ai-flashcards-notes/id6463744184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내 주장과 자체 반론은 현재 대화의 실제 사용자 응답이다. 재검토안은 Codex가 제안한 뒤 학생이 실제 대화에서 최종 판단으로 확인했다. R06은 직접 효과 검증이 아닌 설계 동기.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목표는 강의의 핵심을 이해하고 틀린 부분을 다시 보는 것입니다. 저는 복습 단계의 정보 불일치를 가장 중요한 문제로 잡았습니다. 감정 점수는 사용자 조사가 아닌 설계 가설입니다. 기술적 원인을 단정하지 않고, 문항과 선택지와 해설이 같은 ID에 묶여야 한다는 UI 기준으로 해결했습니다.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영상은 프로젝트 docs/영상/demo_1min.mp4. 동일 경로를 유지하세요. 추가 15초: P04 같은 문항, P09 다시 시도 설명.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 시간 합계 6분. 실제 본인 리허설을 통해 분량 조정 필요.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Flutter는 상태에 따라 화면을 다시 그립니다. 이 앱은 Navigator로 화면을 이동하고 FutureBuilder로 GET 결과와 세 상태를 구분합니다. 창이 넓어지면 측면 안내와 다열 요약을 표시합니다. setState는 보기 선택이나 다시 시도처럼 화면 내부 변화에만 사용합니다. 실제 AI 호출과 채점 알고리즘, 저장 기능은 넣지 않았습니다.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https://docs.flutter.dev/data-and-backend/state-mgmt/declarative</a:t>
            </a:r>
          </a:p>
          <a:p xmlns:a="http://schemas.openxmlformats.org/drawingml/2006/main">
            <a:r>
              <a:t>https://docs.flutter.dev/ui/layout/constraints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지금부터 1분 데모를 보여 드리겠습니다. 예시 강의를 넣고 요약을 확인한 뒤 퀴즈와 해설로 이동합니다. 결과는 미리 작성한 예시이며 실제 채점 결과가 아닙니다. 마지막에는 로딩, 오류, 빈 상태와 넓은 화면을 확인하겠습니다. 이어서 15초 동안 같은 문항이 해설까지 유지되는 점과 다시 시도 버튼을 보겠습니다.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과제에서 화면을 간단하게 만드는 것과 학습에 필요한 정보를 남기는 것은 함께 판단해야 한다는 점을 배웠습니다. 다음에는 실제 학생에게 해설과 근거를 찾게 하며 이 가설을 검증하겠습니다.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받겠습니다. 화면, 원칙, 데이터 구조에 관한 근거는 뒤의 부록에서 확인할 수 있습니다.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부록은 본문 6분에 읽지 않고 질문이 있을 때만 사용합니다.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이미지는 이 프로젝트의 Flutter UI 실행 화면입니다. 결과는 사전 작성된 예시이며 실제 채점이 아닙니다.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원칙 카드의 다섯 칸을 모두 기록했습니다. 사용자 리뷰가 네트워크의 기술적 원인을 증명한다고 주장하지 않습니다.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https://itunes.apple.com/us/rss/customerreviews/id=6463744184/sortBy=mostRecent/json</a:t>
            </a:r>
          </a:p>
          <a:p xmlns:a="http://schemas.openxmlformats.org/drawingml/2006/main">
            <a:r>
              <a:t>https://www.nngroup.com/articles/ten-usability-heuristics/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원칙 카드의 다섯 칸을 모두 기록했습니다. 사용자 리뷰가 네트워크의 기술적 원인을 증명한다고 주장하지 않습니다.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https://itunes.apple.com/us/rss/customerreviews/id=6463744184/sortBy=mostRecent/json</a:t>
            </a:r>
          </a:p>
          <a:p xmlns:a="http://schemas.openxmlformats.org/drawingml/2006/main">
            <a:r>
              <a:t>https://www.nngroup.com/articles/ten-usability-heuristics/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원칙 카드의 다섯 칸을 모두 기록했습니다. 사용자 리뷰가 네트워크의 기술적 원인을 증명한다고 주장하지 않습니다.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https://itunes.apple.com/us/rss/customerreviews/id=6463744184/sortBy=mostRecent/json</a:t>
            </a:r>
          </a:p>
          <a:p xmlns:a="http://schemas.openxmlformats.org/drawingml/2006/main">
            <a:r>
              <a:t>https://www.nngroup.com/articles/ten-usability-heuristics/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기록은 현재 대화에서 실제로 만든 제안과 검토 과정입니다. 과거에 학생이 했다고 꾸민 활동이나 수행하지 않은 실험을 쓰지 않았습니다.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실제로 확인한 근거를 표시하고 점수를 임의로 부여하지 않았습니다. 본인의 발표 연습과 GitHub URL 등록, LMS 제출은 따로 해야 합니다.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페르소나의 나이와 상황은 설계용 가정이며 인터뷰 결과가 아닙니다.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리뷰가 없는 단계에 가짜 리뷰를 넣지 않았습니다. 확장 네 줄은 기기, AI 기회, 원칙, 데이터입니다.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시각을 모두 펼친 뒤 UI로 확인 가능한 일관성 문제를 우선했습니다. 내부 API나 데이터 구조를 조사하지 않았으므로 모든 기술적 원인 후보와 5 Why 후반은 가설입니다.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화면 구현은 lib/main.dart에 있습니다. 번호와 비즈니스 명칭을 코드·문서·README에서 동일하게 사용합니다.</a:t>
            </a:r>
          </a:p>
          <a:p xmlns:a="http://schemas.openxmlformats.org/drawingml/2006/main">
            <a:r>
              <a:t>목적: 긴 강의 텍스트를 붙여넣고 복습을 시작할 수 있게 한다.</a:t>
            </a:r>
          </a:p>
          <a:p xmlns:a="http://schemas.openxmlformats.org/drawingml/2006/main">
            <a:r>
              <a:t>내용: I-1 입력 영역, I-2 사전 작성 예시, I-3 예시 요약 확인을 위에서 아래로 배치한다. 빈 입력은 같은 영역에서 안내한다.</a:t>
            </a:r>
          </a:p>
          <a:p xmlns:a="http://schemas.openxmlformats.org/drawingml/2006/main">
            <a:r>
              <a:t>의도: 입력 위치를 크게 보여 시작 부담을 줄인다. 버튼에 예시임을 명시하여 실제 AI 생성과 혼동하지 않게 한다.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화면 구현은 lib/main.dart에 있습니다. 번호와 비즈니스 명칭을 코드·문서·README에서 동일하게 사용합니다.</a:t>
            </a:r>
          </a:p>
          <a:p xmlns:a="http://schemas.openxmlformats.org/drawingml/2006/main">
            <a:r>
              <a:t>목적: 퀴즈 전에 세 가지 핵심 개념과 강의 근거를 빠르게 확인하게 한다.</a:t>
            </a:r>
          </a:p>
          <a:p xmlns:a="http://schemas.openxmlformats.org/drawingml/2006/main">
            <a:r>
              <a:t>내용: S-1 선언형 UI, S-2 레이아웃과 제약, S-3 수평 프로토타입을 같은 카드 형식으로 표시하고 S-4로 퀴즈를 시작한다.</a:t>
            </a:r>
          </a:p>
          <a:p xmlns:a="http://schemas.openxmlformats.org/drawingml/2006/main">
            <a:r>
              <a:t>의도: 주제명·요약·근거 순서를 반복해 비교 부담을 줄인다. 좁은 화면은 세로 스크롤, 넓은 화면은 가로 카드로 읽기 순서를 유지한다.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화면 구현은 lib/main.dart에 있습니다. 번호와 비즈니스 명칭을 코드·문서·README에서 동일하게 사용합니다.</a:t>
            </a:r>
          </a:p>
          <a:p xmlns:a="http://schemas.openxmlformats.org/drawingml/2006/main">
            <a:r>
              <a:t>목적: 핵심 개념을 스스로 떠올린 뒤 해설로 이동하게 한다.</a:t>
            </a:r>
          </a:p>
          <a:p xmlns:a="http://schemas.openxmlformats.org/drawingml/2006/main">
            <a:r>
              <a:t>내용: Q-1 문항 번호와 진행 막대, Q-2 선택지, Q-3 해설 확인 순서로 표시한다. 선택 전에는 확인 버튼을 비활성화한다.</a:t>
            </a:r>
          </a:p>
          <a:p xmlns:a="http://schemas.openxmlformats.org/drawingml/2006/main">
            <a:r>
              <a:t>의도: 진행 위치와 선택 상태를 명확히 보여 누락을 줄인다. 선택은 화면 내부 표시만 바꾸며 실제 채점이나 학습 기록 저장을 수행하지 않는다.</a:t>
            </a:r>
          </a:p>
          <a:p xmlns:a="http://schemas.openxmlformats.org/drawingml/2006/main">
            <a:r>
              <a:t/>
            </a:r>
          </a:p>
          <a:p xmlns:a="http://schemas.openxmlformats.org/drawingml/2006/main">
            <a:r>
              <a:t>[근거] GAI3008-W07-2026-v1.1.1.pdf; 사용자 제공 NoteQuiz 소개; 제공 발표 템플릿.</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공식 참고: https://docs.flutter.dev/cookbook/networking/fetch-data ; https://www.nngroup.com/articles/ten-usability-heuristics/ . 제공 PPT와 PDF를 바탕으로 현행 코드와 수치를 갱신했다.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80a4303248485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82241607ee4484" /><Relationship Type="http://schemas.openxmlformats.org/officeDocument/2006/relationships/slideLayout" Target="/ppt/slideLayouts/slideLayout1.xml" Id="R5c150b3f674143a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150b3f674143a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bca494f60c4004" /><Relationship Type="http://schemas.openxmlformats.org/officeDocument/2006/relationships/image" Target="/ppt/media/image.jpeg" Id="R2c6df8fc785d4237" /><Relationship Type="http://schemas.openxmlformats.org/officeDocument/2006/relationships/notesSlide" Target="/ppt/notesSlides/notesSlide1.xml" Id="Re8d06f93238741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bb85f513a44ea9" /><Relationship Type="http://schemas.openxmlformats.org/officeDocument/2006/relationships/notesSlide" Target="/ppt/notesSlides/notesSlide2.xml" Id="R1c268ca759914c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9ab8c7cc1a4e78" /><Relationship Type="http://schemas.openxmlformats.org/officeDocument/2006/relationships/notesSlide" Target="/ppt/notesSlides/notesSlide3.xml" Id="Rb2afa7e0858147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68924c96d84473" /><Relationship Type="http://schemas.openxmlformats.org/officeDocument/2006/relationships/image" Target="/ppt/media/image2.jpeg" Id="Rd0ef94c977eb4bdf" /><Relationship Type="http://schemas.openxmlformats.org/officeDocument/2006/relationships/notesSlide" Target="/ppt/notesSlides/notesSlide4.xml" Id="R034f76baf3cc49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b852b619ab4174" /><Relationship Type="http://schemas.openxmlformats.org/officeDocument/2006/relationships/notesSlide" Target="/ppt/notesSlides/notesSlide5.xml" Id="Rbdbc4f25d4214a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656590734b40d7" /><Relationship Type="http://schemas.openxmlformats.org/officeDocument/2006/relationships/notesSlide" Target="/ppt/notesSlides/notesSlide6.xml" Id="R464ced7a233e4077"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4a876425023540ad" /><ns0:Relationship Type="http://schemas.openxmlformats.org/officeDocument/2006/relationships/image" Target="/ppt/media/image3.jpeg" Id="Ra2854df1e595417b" /><ns0:Relationship Type="http://schemas.openxmlformats.org/officeDocument/2006/relationships/notesSlide" Target="/ppt/notesSlides/notesSlide7.xml" Id="R2feb0a50f5124fe5" /><ns0:Relationship Id="rIdDemoVideo" Type="http://schemas.openxmlformats.org/officeDocument/2006/relationships/video" Target="../media/notequiz-demo.mp4" /><ns0:Relationship Id="rIdDemoMedia" Type="http://schemas.microsoft.com/office/2007/relationships/media" Target="../media/notequiz-demo.mp4"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e423999a074c2d" /><Relationship Type="http://schemas.openxmlformats.org/officeDocument/2006/relationships/notesSlide" Target="/ppt/notesSlides/notesSlide8.xml" Id="Rd28b5508ab914a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af8833ca5a4d28" /><Relationship Type="http://schemas.openxmlformats.org/officeDocument/2006/relationships/notesSlide" Target="/ppt/notesSlides/notesSlide9.xml" Id="Rae39f0e82a034c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8d31fa374c42ea" /><Relationship Type="http://schemas.openxmlformats.org/officeDocument/2006/relationships/image" Target="/ppt/media/image4.jpeg" Id="R2d22821581244915" /><Relationship Type="http://schemas.openxmlformats.org/officeDocument/2006/relationships/image" Target="/ppt/media/image5.jpeg" Id="R4a37a3d149a04303" /><Relationship Type="http://schemas.openxmlformats.org/officeDocument/2006/relationships/image" Target="/ppt/media/image6.jpeg" Id="R4c1e76a639ac4860" /><Relationship Type="http://schemas.openxmlformats.org/officeDocument/2006/relationships/image" Target="/ppt/media/image7.jpeg" Id="R75dbfcb940df4eea" /><Relationship Type="http://schemas.openxmlformats.org/officeDocument/2006/relationships/notesSlide" Target="/ppt/notesSlides/notesSlide10.xml" Id="Rbcb10c0b660f46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e6ab907b9f14e73" /><Relationship Type="http://schemas.openxmlformats.org/officeDocument/2006/relationships/image" Target="/ppt/media/image.png" Id="Rf2dfcac6ddfd42d4" /><Relationship Type="http://schemas.openxmlformats.org/officeDocument/2006/relationships/image" Target="/ppt/media/image2.png" Id="Raf803537147d4792" /><Relationship Type="http://schemas.openxmlformats.org/officeDocument/2006/relationships/image" Target="/ppt/media/image3.png" Id="Rce8dc1d7322548b3" /><Relationship Type="http://schemas.openxmlformats.org/officeDocument/2006/relationships/image" Target="/ppt/media/image8.jpeg" Id="R7fcefc0f2425451e" /><Relationship Type="http://schemas.openxmlformats.org/officeDocument/2006/relationships/notesSlide" Target="/ppt/notesSlides/notesSlide11.xml" Id="R69896cc9af124e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0bdc3816814c73" /><Relationship Type="http://schemas.openxmlformats.org/officeDocument/2006/relationships/notesSlide" Target="/ppt/notesSlides/notesSlide12.xml" Id="R375b6ba7a19042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8ec0aa65c514873" /><Relationship Type="http://schemas.openxmlformats.org/officeDocument/2006/relationships/notesSlide" Target="/ppt/notesSlides/notesSlide13.xml" Id="Rc9fe308820f84b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6f1b2d9a414848" /><Relationship Type="http://schemas.openxmlformats.org/officeDocument/2006/relationships/notesSlide" Target="/ppt/notesSlides/notesSlide14.xml" Id="Rdd4eb30398e64c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4c7a06b42641f0" /><Relationship Type="http://schemas.openxmlformats.org/officeDocument/2006/relationships/notesSlide" Target="/ppt/notesSlides/notesSlide15.xml" Id="R0ada28040ddc4e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34d5941f234070" /><Relationship Type="http://schemas.openxmlformats.org/officeDocument/2006/relationships/notesSlide" Target="/ppt/notesSlides/notesSlide16.xml" Id="Rcd3d08919df747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e0021730fd9468e" /><Relationship Type="http://schemas.openxmlformats.org/officeDocument/2006/relationships/notesSlide" Target="/ppt/notesSlides/notesSlide17.xml" Id="Rcc8c23b7669043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959b80bb334d9d" /><Relationship Type="http://schemas.openxmlformats.org/officeDocument/2006/relationships/notesSlide" Target="/ppt/notesSlides/notesSlide18.xml" Id="R273c6afd0c0947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56e9c8170f34523" /><Relationship Type="http://schemas.openxmlformats.org/officeDocument/2006/relationships/image" Target="/ppt/media/image9.jpeg" Id="R06ff74da15ce47f1" /><Relationship Type="http://schemas.openxmlformats.org/officeDocument/2006/relationships/notesSlide" Target="/ppt/notesSlides/notesSlide19.xml" Id="R3d444d9ae19e4f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9860a0e69a48ce" /><Relationship Type="http://schemas.openxmlformats.org/officeDocument/2006/relationships/image" Target="/ppt/media/image10.jpeg" Id="R00e440790bd5427b" /><Relationship Type="http://schemas.openxmlformats.org/officeDocument/2006/relationships/notesSlide" Target="/ppt/notesSlides/notesSlide20.xml" Id="R91dfb943addb4eb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6c1b259dd144d66" /><Relationship Type="http://schemas.openxmlformats.org/officeDocument/2006/relationships/image" Target="/ppt/media/image11.jpeg" Id="Rb900d877d0f74185" /><Relationship Type="http://schemas.openxmlformats.org/officeDocument/2006/relationships/notesSlide" Target="/ppt/notesSlides/notesSlide21.xml" Id="Rc9eba428393646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d1bc7c67ec34ee1" /><Relationship Type="http://schemas.openxmlformats.org/officeDocument/2006/relationships/image" Target="/ppt/media/image12.jpeg" Id="R8e1850efde0d4705" /><Relationship Type="http://schemas.openxmlformats.org/officeDocument/2006/relationships/notesSlide" Target="/ppt/notesSlides/notesSlide22.xml" Id="Ra6cf94f45f4a49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4958f60087548c4" /><Relationship Type="http://schemas.openxmlformats.org/officeDocument/2006/relationships/image" Target="/ppt/media/image13.jpeg" Id="R96a15b58a42e4dbf" /><Relationship Type="http://schemas.openxmlformats.org/officeDocument/2006/relationships/notesSlide" Target="/ppt/notesSlides/notesSlide23.xml" Id="R278227c8e82140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4e0ff3575044ab6" /><Relationship Type="http://schemas.openxmlformats.org/officeDocument/2006/relationships/notesSlide" Target="/ppt/notesSlides/notesSlide24.xml" Id="R868be0e67de74ac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6d583b1b5764c6b" /><Relationship Type="http://schemas.openxmlformats.org/officeDocument/2006/relationships/notesSlide" Target="/ppt/notesSlides/notesSlide25.xml" Id="R921939934ff5426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b748203939c44b6" /><Relationship Type="http://schemas.openxmlformats.org/officeDocument/2006/relationships/notesSlide" Target="/ppt/notesSlides/notesSlide26.xml" Id="R5abbbf3c1516404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3aa7a49f7384e4a" /><Relationship Type="http://schemas.openxmlformats.org/officeDocument/2006/relationships/image" Target="/ppt/media/image4.png" Id="Rfc227bbeac964155" /><Relationship Type="http://schemas.openxmlformats.org/officeDocument/2006/relationships/image" Target="/ppt/media/image14.jpeg" Id="R92539ac2a7bd433e" /><Relationship Type="http://schemas.openxmlformats.org/officeDocument/2006/relationships/notesSlide" Target="/ppt/notesSlides/notesSlide27.xml" Id="R22b8827dddfa42f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1A0532-C470-48DA-87DC-3602B2B34364}"/>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GAI3008 · 중간프로젝트</a:t>
            </a:r>
          </a:p>
        </p:txBody>
      </p:sp>
      <p:sp>
        <p:nvSpPr>
          <p:cNvPr id="2" name="">
            <a:extLst xmlns:a="http://schemas.openxmlformats.org/drawingml/2006/main">
              <a:ext uri="{FF2B5EF4-FFF2-40B4-BE49-F238E27FC236}">
                <a16:creationId xmlns:a16="http://schemas.microsoft.com/office/drawing/2014/main" id="{7FA143B4-CC58-4370-A381-9FBC3F1DE372}"/>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NoteQuiz</a:t>
            </a:r>
          </a:p>
        </p:txBody>
      </p:sp>
      <p:sp>
        <p:nvSpPr>
          <p:cNvPr id="3" name="">
            <a:extLst xmlns:a="http://schemas.openxmlformats.org/drawingml/2006/main">
              <a:ext uri="{FF2B5EF4-FFF2-40B4-BE49-F238E27FC236}">
                <a16:creationId xmlns:a16="http://schemas.microsoft.com/office/drawing/2014/main" id="{9FDCBA1F-A718-4ED8-832B-2F86DE236376}"/>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01</a:t>
            </a:r>
          </a:p>
        </p:txBody>
      </p:sp>
      <p:sp>
        <p:nvSpPr>
          <p:cNvPr id="4" name="">
            <a:extLst xmlns:a="http://schemas.openxmlformats.org/drawingml/2006/main">
              <a:ext uri="{FF2B5EF4-FFF2-40B4-BE49-F238E27FC236}">
                <a16:creationId xmlns:a16="http://schemas.microsoft.com/office/drawing/2014/main" id="{F2459CBF-C5C2-4DFC-A11F-E2A3D63C8C84}"/>
              </a:ext>
            </a:extLst>
          </p:cNvPr>
          <p:cNvSpPr>
            <a:spLocks xmlns:a="http://schemas.openxmlformats.org/drawingml/2006/main" noGrp="1"/>
          </p:cNvSpPr>
          <p:nvPr/>
        </p:nvSpPr>
        <p:spPr>
          <a:xfrm xmlns:a="http://schemas.openxmlformats.org/drawingml/2006/main">
            <a:off x="381000" y="1428750"/>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43B"/>
                </a:solidFill>
                <a:latin typeface="Noto Sans KR"/>
                <a:ea typeface="Noto Sans KR"/>
                <a:cs typeface="Noto Sans KR"/>
              </a:defRPr>
            </a:defPPr>
            <a:lvl1pPr>
              <a:defRPr sz="2175" b="0">
                <a:solidFill>
                  <a:srgbClr val="18243B"/>
                </a:solidFill>
                <a:latin typeface="Noto Sans KR"/>
                <a:ea typeface="Noto Sans KR"/>
                <a:cs typeface="Noto Sans KR"/>
              </a:defRPr>
            </a:lvl1pPr>
            <a:lvl2pPr>
              <a:defRPr sz="2175" b="0">
                <a:solidFill>
                  <a:srgbClr val="18243B"/>
                </a:solidFill>
                <a:latin typeface="Noto Sans KR"/>
                <a:ea typeface="Noto Sans KR"/>
                <a:cs typeface="Noto Sans KR"/>
              </a:defRPr>
            </a:lvl2pPr>
            <a:lvl3pPr>
              <a:defRPr sz="2175" b="0">
                <a:solidFill>
                  <a:srgbClr val="18243B"/>
                </a:solidFill>
                <a:latin typeface="Noto Sans KR"/>
                <a:ea typeface="Noto Sans KR"/>
                <a:cs typeface="Noto Sans KR"/>
              </a:defRPr>
            </a:lvl3pPr>
            <a:lvl4pPr>
              <a:defRPr sz="2175" b="0">
                <a:solidFill>
                  <a:srgbClr val="18243B"/>
                </a:solidFill>
                <a:latin typeface="Noto Sans KR"/>
                <a:ea typeface="Noto Sans KR"/>
                <a:cs typeface="Noto Sans KR"/>
              </a:defRPr>
            </a:lvl4pPr>
            <a:lvl5pPr>
              <a:defRPr sz="2175" b="0">
                <a:solidFill>
                  <a:srgbClr val="18243B"/>
                </a:solidFill>
                <a:latin typeface="Noto Sans KR"/>
                <a:ea typeface="Noto Sans KR"/>
                <a:cs typeface="Noto Sans KR"/>
              </a:defRPr>
            </a:lvl5pPr>
            <a:lvl6pPr>
              <a:defRPr sz="2175" b="0">
                <a:solidFill>
                  <a:srgbClr val="18243B"/>
                </a:solidFill>
                <a:latin typeface="Noto Sans KR"/>
                <a:ea typeface="Noto Sans KR"/>
                <a:cs typeface="Noto Sans KR"/>
              </a:defRPr>
            </a:lvl6pPr>
            <a:lvl7pPr>
              <a:defRPr sz="2175" b="0">
                <a:solidFill>
                  <a:srgbClr val="18243B"/>
                </a:solidFill>
                <a:latin typeface="Noto Sans KR"/>
                <a:ea typeface="Noto Sans KR"/>
                <a:cs typeface="Noto Sans KR"/>
              </a:defRPr>
            </a:lvl7pPr>
            <a:lvl8pPr>
              <a:defRPr sz="2175" b="0">
                <a:solidFill>
                  <a:srgbClr val="18243B"/>
                </a:solidFill>
                <a:latin typeface="Noto Sans KR"/>
                <a:ea typeface="Noto Sans KR"/>
                <a:cs typeface="Noto Sans KR"/>
              </a:defRPr>
            </a:lvl8pPr>
            <a:lvl9pPr>
              <a:defRPr sz="2175" b="0">
                <a:solidFill>
                  <a:srgbClr val="18243B"/>
                </a:solidFill>
                <a:latin typeface="Noto Sans KR"/>
                <a:ea typeface="Noto Sans KR"/>
                <a:cs typeface="Noto Sans KR"/>
              </a:defRPr>
            </a:lvl9pPr>
          </a:lstStyle>
          <a:p xmlns:a="http://schemas.openxmlformats.org/drawingml/2006/main">
            <a:pPr>
              <a:defRPr sz="2175" b="0">
                <a:solidFill>
                  <a:srgbClr val="18243B"/>
                </a:solidFill>
                <a:latin typeface="Noto Sans KR"/>
                <a:ea typeface="Noto Sans KR"/>
                <a:cs typeface="Noto Sans KR"/>
              </a:defRPr>
            </a:pPr>
            <a:r>
              <a:rPr sz="2175" b="0">
                <a:solidFill>
                  <a:srgbClr val="18243B"/>
                </a:solidFill>
                <a:latin typeface="Noto Sans KR"/>
                <a:ea typeface="Noto Sans KR"/>
                <a:cs typeface="Noto Sans KR"/>
              </a:rPr>
              <a:t>강의 노트를 핵심 요약과 복습 퀴즈로</a:t>
            </a:r>
          </a:p>
        </p:txBody>
      </p:sp>
      <p:sp>
        <p:nvSpPr>
          <p:cNvPr id="5" name="">
            <a:extLst xmlns:a="http://schemas.openxmlformats.org/drawingml/2006/main">
              <a:ext uri="{FF2B5EF4-FFF2-40B4-BE49-F238E27FC236}">
                <a16:creationId xmlns:a16="http://schemas.microsoft.com/office/drawing/2014/main" id="{80F5C941-FA17-4FC6-BB74-A8AB0BEEAFAB}"/>
              </a:ext>
            </a:extLst>
          </p:cNvPr>
          <p:cNvSpPr>
            <a:spLocks xmlns:a="http://schemas.openxmlformats.org/drawingml/2006/main" noGrp="1"/>
          </p:cNvSpPr>
          <p:nvPr/>
        </p:nvSpPr>
        <p:spPr>
          <a:xfrm xmlns:a="http://schemas.openxmlformats.org/drawingml/2006/main">
            <a:off x="381000" y="2667000"/>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243B"/>
                </a:solidFill>
                <a:latin typeface="Noto Sans KR"/>
                <a:ea typeface="Noto Sans KR"/>
                <a:cs typeface="Noto Sans KR"/>
              </a:defRPr>
            </a:defPPr>
            <a:lvl1pPr>
              <a:defRPr sz="1650" b="0">
                <a:solidFill>
                  <a:srgbClr val="18243B"/>
                </a:solidFill>
                <a:latin typeface="Noto Sans KR"/>
                <a:ea typeface="Noto Sans KR"/>
                <a:cs typeface="Noto Sans KR"/>
              </a:defRPr>
            </a:lvl1pPr>
            <a:lvl2pPr>
              <a:defRPr sz="1650" b="0">
                <a:solidFill>
                  <a:srgbClr val="18243B"/>
                </a:solidFill>
                <a:latin typeface="Noto Sans KR"/>
                <a:ea typeface="Noto Sans KR"/>
                <a:cs typeface="Noto Sans KR"/>
              </a:defRPr>
            </a:lvl2pPr>
            <a:lvl3pPr>
              <a:defRPr sz="1650" b="0">
                <a:solidFill>
                  <a:srgbClr val="18243B"/>
                </a:solidFill>
                <a:latin typeface="Noto Sans KR"/>
                <a:ea typeface="Noto Sans KR"/>
                <a:cs typeface="Noto Sans KR"/>
              </a:defRPr>
            </a:lvl3pPr>
            <a:lvl4pPr>
              <a:defRPr sz="1650" b="0">
                <a:solidFill>
                  <a:srgbClr val="18243B"/>
                </a:solidFill>
                <a:latin typeface="Noto Sans KR"/>
                <a:ea typeface="Noto Sans KR"/>
                <a:cs typeface="Noto Sans KR"/>
              </a:defRPr>
            </a:lvl4pPr>
            <a:lvl5pPr>
              <a:defRPr sz="1650" b="0">
                <a:solidFill>
                  <a:srgbClr val="18243B"/>
                </a:solidFill>
                <a:latin typeface="Noto Sans KR"/>
                <a:ea typeface="Noto Sans KR"/>
                <a:cs typeface="Noto Sans KR"/>
              </a:defRPr>
            </a:lvl5pPr>
            <a:lvl6pPr>
              <a:defRPr sz="1650" b="0">
                <a:solidFill>
                  <a:srgbClr val="18243B"/>
                </a:solidFill>
                <a:latin typeface="Noto Sans KR"/>
                <a:ea typeface="Noto Sans KR"/>
                <a:cs typeface="Noto Sans KR"/>
              </a:defRPr>
            </a:lvl6pPr>
            <a:lvl7pPr>
              <a:defRPr sz="1650" b="0">
                <a:solidFill>
                  <a:srgbClr val="18243B"/>
                </a:solidFill>
                <a:latin typeface="Noto Sans KR"/>
                <a:ea typeface="Noto Sans KR"/>
                <a:cs typeface="Noto Sans KR"/>
              </a:defRPr>
            </a:lvl7pPr>
            <a:lvl8pPr>
              <a:defRPr sz="1650" b="0">
                <a:solidFill>
                  <a:srgbClr val="18243B"/>
                </a:solidFill>
                <a:latin typeface="Noto Sans KR"/>
                <a:ea typeface="Noto Sans KR"/>
                <a:cs typeface="Noto Sans KR"/>
              </a:defRPr>
            </a:lvl8pPr>
            <a:lvl9pPr>
              <a:defRPr sz="1650" b="0">
                <a:solidFill>
                  <a:srgbClr val="18243B"/>
                </a:solidFill>
                <a:latin typeface="Noto Sans KR"/>
                <a:ea typeface="Noto Sans KR"/>
                <a:cs typeface="Noto Sans KR"/>
              </a:defRPr>
            </a:lvl9pPr>
          </a:lstStyle>
          <a:p xmlns:a="http://schemas.openxmlformats.org/drawingml/2006/main">
            <a:pPr>
              <a:defRPr sz="1650" b="0">
                <a:solidFill>
                  <a:srgbClr val="18243B"/>
                </a:solidFill>
                <a:latin typeface="Noto Sans KR"/>
                <a:ea typeface="Noto Sans KR"/>
                <a:cs typeface="Noto Sans KR"/>
              </a:defRPr>
            </a:pPr>
            <a:r>
              <a:rPr sz="1650" b="0">
                <a:solidFill>
                  <a:srgbClr val="18243B"/>
                </a:solidFill>
                <a:latin typeface="Noto Sans KR"/>
                <a:ea typeface="Noto Sans KR"/>
                <a:cs typeface="Noto Sans KR"/>
              </a:rPr>
              <a:t>교육 · 대학생을 위한 복습 UI</a:t>
            </a:r>
          </a:p>
          <a:p xmlns:a="http://schemas.openxmlformats.org/drawingml/2006/main">
            <a:pPr>
              <a:defRPr sz="1650" b="0">
                <a:solidFill>
                  <a:srgbClr val="18243B"/>
                </a:solidFill>
                <a:latin typeface="Noto Sans KR"/>
                <a:ea typeface="Noto Sans KR"/>
                <a:cs typeface="Noto Sans KR"/>
              </a:defRPr>
            </a:pPr>
            <a:r>
              <a:rPr sz="1650" b="0">
                <a:solidFill>
                  <a:srgbClr val="18243B"/>
                </a:solidFill>
                <a:latin typeface="Noto Sans KR"/>
                <a:ea typeface="Noto Sans KR"/>
                <a:cs typeface="Noto Sans KR"/>
              </a:rPr>
              <a:t>zhaoboda / 2025106293</a:t>
            </a:r>
          </a:p>
        </p:txBody>
      </p:sp>
      <p:sp>
        <p:nvSpPr>
          <p:cNvPr id="6" name="">
            <a:extLst xmlns:a="http://schemas.openxmlformats.org/drawingml/2006/main">
              <a:ext uri="{FF2B5EF4-FFF2-40B4-BE49-F238E27FC236}">
                <a16:creationId xmlns:a16="http://schemas.microsoft.com/office/drawing/2014/main" id="{23521FD1-528C-47D1-84AE-0EB4B81DB8E1}"/>
              </a:ext>
            </a:extLst>
          </p:cNvPr>
          <p:cNvSpPr>
            <a:spLocks xmlns:a="http://schemas.openxmlformats.org/drawingml/2006/main" noGrp="1"/>
          </p:cNvSpPr>
          <p:nvPr/>
        </p:nvSpPr>
        <p:spPr>
          <a:xfrm xmlns:a="http://schemas.openxmlformats.org/drawingml/2006/main">
            <a:off x="381000" y="409575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F609B"/>
                </a:solidFill>
                <a:latin typeface="Noto Sans KR"/>
                <a:ea typeface="Noto Sans KR"/>
                <a:cs typeface="Noto Sans KR"/>
              </a:defRPr>
            </a:defPPr>
            <a:lvl1pPr>
              <a:defRPr sz="1125" b="0">
                <a:solidFill>
                  <a:srgbClr val="4F609B"/>
                </a:solidFill>
                <a:latin typeface="Noto Sans KR"/>
                <a:ea typeface="Noto Sans KR"/>
                <a:cs typeface="Noto Sans KR"/>
              </a:defRPr>
            </a:lvl1pPr>
            <a:lvl2pPr>
              <a:defRPr sz="1125" b="0">
                <a:solidFill>
                  <a:srgbClr val="4F609B"/>
                </a:solidFill>
                <a:latin typeface="Noto Sans KR"/>
                <a:ea typeface="Noto Sans KR"/>
                <a:cs typeface="Noto Sans KR"/>
              </a:defRPr>
            </a:lvl2pPr>
            <a:lvl3pPr>
              <a:defRPr sz="1125" b="0">
                <a:solidFill>
                  <a:srgbClr val="4F609B"/>
                </a:solidFill>
                <a:latin typeface="Noto Sans KR"/>
                <a:ea typeface="Noto Sans KR"/>
                <a:cs typeface="Noto Sans KR"/>
              </a:defRPr>
            </a:lvl3pPr>
            <a:lvl4pPr>
              <a:defRPr sz="1125" b="0">
                <a:solidFill>
                  <a:srgbClr val="4F609B"/>
                </a:solidFill>
                <a:latin typeface="Noto Sans KR"/>
                <a:ea typeface="Noto Sans KR"/>
                <a:cs typeface="Noto Sans KR"/>
              </a:defRPr>
            </a:lvl4pPr>
            <a:lvl5pPr>
              <a:defRPr sz="1125" b="0">
                <a:solidFill>
                  <a:srgbClr val="4F609B"/>
                </a:solidFill>
                <a:latin typeface="Noto Sans KR"/>
                <a:ea typeface="Noto Sans KR"/>
                <a:cs typeface="Noto Sans KR"/>
              </a:defRPr>
            </a:lvl5pPr>
            <a:lvl6pPr>
              <a:defRPr sz="1125" b="0">
                <a:solidFill>
                  <a:srgbClr val="4F609B"/>
                </a:solidFill>
                <a:latin typeface="Noto Sans KR"/>
                <a:ea typeface="Noto Sans KR"/>
                <a:cs typeface="Noto Sans KR"/>
              </a:defRPr>
            </a:lvl6pPr>
            <a:lvl7pPr>
              <a:defRPr sz="1125" b="0">
                <a:solidFill>
                  <a:srgbClr val="4F609B"/>
                </a:solidFill>
                <a:latin typeface="Noto Sans KR"/>
                <a:ea typeface="Noto Sans KR"/>
                <a:cs typeface="Noto Sans KR"/>
              </a:defRPr>
            </a:lvl7pPr>
            <a:lvl8pPr>
              <a:defRPr sz="1125" b="0">
                <a:solidFill>
                  <a:srgbClr val="4F609B"/>
                </a:solidFill>
                <a:latin typeface="Noto Sans KR"/>
                <a:ea typeface="Noto Sans KR"/>
                <a:cs typeface="Noto Sans KR"/>
              </a:defRPr>
            </a:lvl8pPr>
            <a:lvl9pPr>
              <a:defRPr sz="1125" b="0">
                <a:solidFill>
                  <a:srgbClr val="4F609B"/>
                </a:solidFill>
                <a:latin typeface="Noto Sans KR"/>
                <a:ea typeface="Noto Sans KR"/>
                <a:cs typeface="Noto Sans KR"/>
              </a:defRPr>
            </a:lvl9pPr>
          </a:lstStyle>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Knowt 참고 개인 개선안 · 실제 AI 호출 없음</a:t>
            </a:r>
          </a:p>
        </p:txBody>
      </p:sp>
      <p:pic>
        <p:nvPicPr>
          <p:cNvPr id="7" name="">
            <a:extLst xmlns:a="http://schemas.openxmlformats.org/drawingml/2006/main">
              <a:ext uri="{FF2B5EF4-FFF2-40B4-BE49-F238E27FC236}">
                <a16:creationId xmlns:a16="http://schemas.microsoft.com/office/drawing/2014/main" id="{7E86EC40-FD4F-4384-9743-79394E727657}"/>
              </a:ext>
            </a:extLst>
          </p:cNvPr>
          <p:cNvPicPr>
            <a:picLocks xmlns:a="http://schemas.openxmlformats.org/drawingml/2006/main" noChangeAspect="1"/>
          </p:cNvPicPr>
          <p:nvPr/>
        </p:nvPicPr>
        <p:blipFill>
          <a:blip xmlns:r="http://schemas.openxmlformats.org/officeDocument/2006/relationships" xmlns:a="http://schemas.openxmlformats.org/drawingml/2006/main" r:embed="R2c6df8fc785d4237"/>
          <a:stretch xmlns:a="http://schemas.openxmlformats.org/drawingml/2006/main"/>
        </p:blipFill>
        <p:spPr>
          <a:xfrm xmlns:a="http://schemas.openxmlformats.org/drawingml/2006/main">
            <a:off x="6615248" y="1095375"/>
            <a:ext cx="1628504" cy="3524250"/>
          </a:xfrm>
          <a:prstGeom xmlns:a="http://schemas.openxmlformats.org/drawingml/2006/main" prst="rect">
            <a:avLst/>
          </a:prstGeom>
        </p:spPr>
      </p:pic>
    </p:spTree>
    <p:extLst>
      <p:ext uri="{BB962C8B-B14F-4D97-AF65-F5344CB8AC3E}">
        <p14:creationId xmlns:p14="http://schemas.microsoft.com/office/powerpoint/2010/main" val="2237715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DE214C-24F2-4C2D-84AD-59B84B27DEA1}"/>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1 / 7</a:t>
            </a:r>
          </a:p>
        </p:txBody>
      </p:sp>
      <p:sp>
        <p:nvSpPr>
          <p:cNvPr id="2" name="">
            <a:extLst xmlns:a="http://schemas.openxmlformats.org/drawingml/2006/main">
              <a:ext uri="{FF2B5EF4-FFF2-40B4-BE49-F238E27FC236}">
                <a16:creationId xmlns:a16="http://schemas.microsoft.com/office/drawing/2014/main" id="{A08C2FE3-4234-4736-980E-BD5869534CE8}"/>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1. 프로젝트 개요</a:t>
            </a:r>
          </a:p>
        </p:txBody>
      </p:sp>
      <p:sp>
        <p:nvSpPr>
          <p:cNvPr id="3" name="">
            <a:extLst xmlns:a="http://schemas.openxmlformats.org/drawingml/2006/main">
              <a:ext uri="{FF2B5EF4-FFF2-40B4-BE49-F238E27FC236}">
                <a16:creationId xmlns:a16="http://schemas.microsoft.com/office/drawing/2014/main" id="{2EFFDD01-7C50-4676-A974-7D82DA40351B}"/>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02</a:t>
            </a:r>
          </a:p>
        </p:txBody>
      </p:sp>
      <p:sp>
        <p:nvSpPr>
          <p:cNvPr id="4" name="">
            <a:extLst xmlns:a="http://schemas.openxmlformats.org/drawingml/2006/main">
              <a:ext uri="{FF2B5EF4-FFF2-40B4-BE49-F238E27FC236}">
                <a16:creationId xmlns:a16="http://schemas.microsoft.com/office/drawing/2014/main" id="{8EBCF34D-4F63-4589-A03B-C1DA9409D61E}"/>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0:45</a:t>
            </a:r>
          </a:p>
        </p:txBody>
      </p:sp>
      <p:graphicFrame>
        <p:nvGraphicFramePr>
          <p:cNvPr id="5" name="">
            <a:extLst xmlns:a="http://schemas.openxmlformats.org/drawingml/2006/main">
              <a:ext uri="{FF2B5EF4-FFF2-40B4-BE49-F238E27FC236}">
                <a16:creationId xmlns:a16="http://schemas.microsoft.com/office/drawing/2014/main" id="{53471BCB-91A0-4D2A-99FE-984FE2F69BD5}"/>
              </a:ext>
            </a:extLst>
          </p:cNvPr>
          <p:cNvGraphicFramePr/>
          <p:nvPr/>
        </p:nvGraphicFramePr>
        <p:xfrm>
          <a:off xmlns:a="http://schemas.openxmlformats.org/drawingml/2006/main" x="381000" y="1190625"/>
          <a:ext xmlns:a="http://schemas.openxmlformats.org/drawingml/2006/main" cx="8382000" cy="3095625"/>
        </p:xfrm>
        <a:graphic xmlns:a="http://schemas.openxmlformats.org/drawingml/2006/main">
          <a:graphicData uri="http://schemas.openxmlformats.org/drawingml/2006/table">
            <a:tbl>
              <a:tblPr/>
              <a:tblGrid>
                <a:gridCol w="1333500"/>
                <a:gridCol w="7048500"/>
              </a:tblGrid>
              <a:tr h="515938">
                <a:tc>
                  <a:txBody>
                    <a:bodyPr/>
                    <a:lstStyle/>
                    <a:p>
                      <a:r>
                        <a:rPr sz="1350" b="1">
                          <a:solidFill>
                            <a:srgbClr val="FFFFFF"/>
                          </a:solidFill>
                          <a:latin typeface="Noto Sans KR"/>
                          <a:ea typeface="Noto Sans KR"/>
                          <a:cs typeface="Noto Sans KR"/>
                        </a:rPr>
                        <a:t>항목</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내용</a:t>
                      </a:r>
                    </a:p>
                  </a:txBody>
                  <a:tcPr marL="91440" marR="91440" marT="45720" marB="45720">
                    <a:solidFill>
                      <a:srgbClr val="18243B"/>
                    </a:solidFill>
                  </a:tcPr>
                </a:tc>
              </a:tr>
              <a:tr h="515938">
                <a:tc>
                  <a:txBody>
                    <a:bodyPr/>
                    <a:lstStyle/>
                    <a:p>
                      <a:r>
                        <a:rPr sz="1350" b="0">
                          <a:solidFill>
                            <a:srgbClr val="18243B"/>
                          </a:solidFill>
                          <a:latin typeface="Noto Sans KR"/>
                          <a:ea typeface="Noto Sans KR"/>
                          <a:cs typeface="Noto Sans KR"/>
                        </a:rPr>
                        <a:t>대상</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긴 강의 정리에 시간이 들고 시험 전 핵심을 빠르게 복습하려는 대학생</a:t>
                      </a:r>
                    </a:p>
                  </a:txBody>
                  <a:tcPr marL="91440" marR="91440" marT="45720" marB="45720">
                    <a:solidFill>
                      <a:srgbClr val="F2F5FA"/>
                    </a:solidFill>
                  </a:tcPr>
                </a:tc>
              </a:tr>
              <a:tr h="515938">
                <a:tc>
                  <a:txBody>
                    <a:bodyPr/>
                    <a:lstStyle/>
                    <a:p>
                      <a:r>
                        <a:rPr sz="1350" b="0">
                          <a:solidFill>
                            <a:srgbClr val="18243B"/>
                          </a:solidFill>
                          <a:latin typeface="Noto Sans KR"/>
                          <a:ea typeface="Noto Sans KR"/>
                          <a:cs typeface="Noto Sans KR"/>
                        </a:rPr>
                        <a:t>흐름</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강의 입력 → 주제 요약 → 객관식·OX → 정답·해설 → 예시 결과</a:t>
                      </a:r>
                    </a:p>
                  </a:txBody>
                  <a:tcPr marL="91440" marR="91440" marT="45720" marB="45720">
                    <a:solidFill>
                      <a:srgbClr val="FFFFFF"/>
                    </a:solidFill>
                  </a:tcPr>
                </a:tc>
              </a:tr>
              <a:tr h="515938">
                <a:tc>
                  <a:txBody>
                    <a:bodyPr/>
                    <a:lstStyle/>
                    <a:p>
                      <a:r>
                        <a:rPr sz="1350" b="0">
                          <a:solidFill>
                            <a:srgbClr val="18243B"/>
                          </a:solidFill>
                          <a:latin typeface="Noto Sans KR"/>
                          <a:ea typeface="Noto Sans KR"/>
                          <a:cs typeface="Noto Sans KR"/>
                        </a:rPr>
                        <a:t>핵심 가치</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문항·답·이유·강의 근거를 같은 흐름에서 비교</a:t>
                      </a:r>
                    </a:p>
                  </a:txBody>
                  <a:tcPr marL="91440" marR="91440" marT="45720" marB="45720">
                    <a:solidFill>
                      <a:srgbClr val="F2F5FA"/>
                    </a:solidFill>
                  </a:tcPr>
                </a:tc>
              </a:tr>
              <a:tr h="515938">
                <a:tc>
                  <a:txBody>
                    <a:bodyPr/>
                    <a:lstStyle/>
                    <a:p>
                      <a:r>
                        <a:rPr sz="1350" b="0">
                          <a:solidFill>
                            <a:srgbClr val="18243B"/>
                          </a:solidFill>
                          <a:latin typeface="Noto Sans KR"/>
                          <a:ea typeface="Noto Sans KR"/>
                          <a:cs typeface="Noto Sans KR"/>
                        </a:rPr>
                        <a:t>AI 계획</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핵심 개념 추출, 요약 및 구조화된 퀴즈 생성</a:t>
                      </a:r>
                    </a:p>
                  </a:txBody>
                  <a:tcPr marL="91440" marR="91440" marT="45720" marB="45720">
                    <a:solidFill>
                      <a:srgbClr val="FFFFFF"/>
                    </a:solidFill>
                  </a:tcPr>
                </a:tc>
              </a:tr>
              <a:tr h="515938">
                <a:tc>
                  <a:txBody>
                    <a:bodyPr/>
                    <a:lstStyle/>
                    <a:p>
                      <a:r>
                        <a:rPr sz="1350" b="0">
                          <a:solidFill>
                            <a:srgbClr val="18243B"/>
                          </a:solidFill>
                          <a:latin typeface="Noto Sans KR"/>
                          <a:ea typeface="Noto Sans KR"/>
                          <a:cs typeface="Noto Sans KR"/>
                        </a:rPr>
                        <a:t>이번 구현</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입력과 무관한 고정 예시. 로컬 json-server GET만 사용</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70F737DA-E3C3-4CE4-AB5A-CBEC3813EDDE}"/>
              </a:ext>
            </a:extLst>
          </p:cNvPr>
          <p:cNvSpPr>
            <a:spLocks xmlns:a="http://schemas.openxmlformats.org/drawingml/2006/main" noGrp="1"/>
          </p:cNvSpPr>
          <p:nvPr/>
        </p:nvSpPr>
        <p:spPr>
          <a:xfrm xmlns:a="http://schemas.openxmlformats.org/drawingml/2006/main">
            <a:off x="381000" y="4448175"/>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목표와 사용 상황은 설계 가설이며 학습 효과를 검증한 결과가 아닙니다.</a:t>
            </a:r>
          </a:p>
        </p:txBody>
      </p:sp>
    </p:spTree>
    <p:extLst>
      <p:ext uri="{BB962C8B-B14F-4D97-AF65-F5344CB8AC3E}">
        <p14:creationId xmlns:p14="http://schemas.microsoft.com/office/powerpoint/2010/main" val="15164640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351B75-8810-4152-9B6B-F47FB0650429}"/>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2 / 7</a:t>
            </a:r>
          </a:p>
        </p:txBody>
      </p:sp>
      <p:sp>
        <p:nvSpPr>
          <p:cNvPr id="2" name="">
            <a:extLst xmlns:a="http://schemas.openxmlformats.org/drawingml/2006/main">
              <a:ext uri="{FF2B5EF4-FFF2-40B4-BE49-F238E27FC236}">
                <a16:creationId xmlns:a16="http://schemas.microsoft.com/office/drawing/2014/main" id="{710233C6-8E49-4A09-807E-6C669A35B50E}"/>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2. 현행 분석과 문제 정의</a:t>
            </a:r>
          </a:p>
        </p:txBody>
      </p:sp>
      <p:sp>
        <p:nvSpPr>
          <p:cNvPr id="3" name="">
            <a:extLst xmlns:a="http://schemas.openxmlformats.org/drawingml/2006/main">
              <a:ext uri="{FF2B5EF4-FFF2-40B4-BE49-F238E27FC236}">
                <a16:creationId xmlns:a16="http://schemas.microsoft.com/office/drawing/2014/main" id="{9EAB59CC-A436-4080-AEC1-2CE7AE7239E6}"/>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03</a:t>
            </a:r>
          </a:p>
        </p:txBody>
      </p:sp>
      <p:sp>
        <p:nvSpPr>
          <p:cNvPr id="4" name="">
            <a:extLst xmlns:a="http://schemas.openxmlformats.org/drawingml/2006/main">
              <a:ext uri="{FF2B5EF4-FFF2-40B4-BE49-F238E27FC236}">
                <a16:creationId xmlns:a16="http://schemas.microsoft.com/office/drawing/2014/main" id="{D1E11973-5239-4DDD-A259-0DD187C03550}"/>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1:00</a:t>
            </a:r>
          </a:p>
        </p:txBody>
      </p:sp>
      <p:graphicFrame>
        <p:nvGraphicFramePr>
          <p:cNvPr id="5" name="">
            <a:extLst xmlns:a="http://schemas.openxmlformats.org/drawingml/2006/main">
              <a:ext uri="{FF2B5EF4-FFF2-40B4-BE49-F238E27FC236}">
                <a16:creationId xmlns:a16="http://schemas.microsoft.com/office/drawing/2014/main" id="{36644985-DEB8-4C3C-B7BE-87BAE34A9272}"/>
              </a:ext>
            </a:extLst>
          </p:cNvPr>
          <p:cNvGraphicFramePr/>
          <p:nvPr/>
        </p:nvGraphicFramePr>
        <p:xfrm>
          <a:off xmlns:a="http://schemas.openxmlformats.org/drawingml/2006/main" x="381000" y="1190625"/>
          <a:ext xmlns:a="http://schemas.openxmlformats.org/drawingml/2006/main" cx="3143250" cy="2286000"/>
        </p:xfrm>
        <a:graphic xmlns:a="http://schemas.openxmlformats.org/drawingml/2006/main">
          <a:graphicData uri="http://schemas.openxmlformats.org/drawingml/2006/table">
            <a:tbl>
              <a:tblPr/>
              <a:tblGrid>
                <a:gridCol w="857250"/>
                <a:gridCol w="1238250"/>
                <a:gridCol w="1047750"/>
              </a:tblGrid>
              <a:tr h="381000">
                <a:tc>
                  <a:txBody>
                    <a:bodyPr/>
                    <a:lstStyle/>
                    <a:p>
                      <a:r>
                        <a:rPr sz="1200" b="1">
                          <a:solidFill>
                            <a:srgbClr val="FFFFFF"/>
                          </a:solidFill>
                          <a:latin typeface="Noto Sans KR"/>
                          <a:ea typeface="Noto Sans KR"/>
                          <a:cs typeface="Noto Sans KR"/>
                        </a:rPr>
                        <a:t>별점</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전체 평가</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최근 30건</a:t>
                      </a:r>
                    </a:p>
                  </a:txBody>
                  <a:tcPr marL="91440" marR="91440" marT="45720" marB="45720">
                    <a:solidFill>
                      <a:srgbClr val="18243B"/>
                    </a:solidFill>
                  </a:tcPr>
                </a:tc>
              </a:tr>
              <a:tr h="381000">
                <a:tc>
                  <a:txBody>
                    <a:bodyPr/>
                    <a:lstStyle/>
                    <a:p>
                      <a:r>
                        <a:rPr sz="1200" b="0">
                          <a:solidFill>
                            <a:srgbClr val="18243B"/>
                          </a:solidFill>
                          <a:latin typeface="Noto Sans KR"/>
                          <a:ea typeface="Noto Sans KR"/>
                          <a:cs typeface="Noto Sans KR"/>
                        </a:rPr>
                        <a:t>5</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9,736</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9</a:t>
                      </a:r>
                    </a:p>
                  </a:txBody>
                  <a:tcPr marL="91440" marR="91440" marT="45720" marB="45720">
                    <a:solidFill>
                      <a:srgbClr val="F2F5FA"/>
                    </a:solidFill>
                  </a:tcPr>
                </a:tc>
              </a:tr>
              <a:tr h="381000">
                <a:tc>
                  <a:txBody>
                    <a:bodyPr/>
                    <a:lstStyle/>
                    <a:p>
                      <a:r>
                        <a:rPr sz="1200" b="0">
                          <a:solidFill>
                            <a:srgbClr val="18243B"/>
                          </a:solidFill>
                          <a:latin typeface="Noto Sans KR"/>
                          <a:ea typeface="Noto Sans KR"/>
                          <a:cs typeface="Noto Sans KR"/>
                        </a:rPr>
                        <a:t>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714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2</a:t>
                      </a:r>
                    </a:p>
                  </a:txBody>
                  <a:tcPr marL="91440" marR="91440" marT="45720" marB="45720">
                    <a:solidFill>
                      <a:srgbClr val="FFFFFF"/>
                    </a:solidFill>
                  </a:tcPr>
                </a:tc>
              </a:tr>
              <a:tr h="381000">
                <a:tc>
                  <a:txBody>
                    <a:bodyPr/>
                    <a:lstStyle/>
                    <a:p>
                      <a:r>
                        <a:rPr sz="1200" b="0">
                          <a:solidFill>
                            <a:srgbClr val="18243B"/>
                          </a:solidFill>
                          <a:latin typeface="Noto Sans KR"/>
                          <a:ea typeface="Noto Sans KR"/>
                          <a:cs typeface="Noto Sans KR"/>
                        </a:rPr>
                        <a:t>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219</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3</a:t>
                      </a:r>
                    </a:p>
                  </a:txBody>
                  <a:tcPr marL="91440" marR="91440" marT="45720" marB="45720">
                    <a:solidFill>
                      <a:srgbClr val="F2F5FA"/>
                    </a:solidFill>
                  </a:tcPr>
                </a:tc>
              </a:tr>
              <a:tr h="381000">
                <a:tc>
                  <a:txBody>
                    <a:bodyPr/>
                    <a:lstStyle/>
                    <a:p>
                      <a:r>
                        <a:rPr sz="1200" b="0">
                          <a:solidFill>
                            <a:srgbClr val="18243B"/>
                          </a:solidFill>
                          <a:latin typeface="Noto Sans KR"/>
                          <a:ea typeface="Noto Sans KR"/>
                          <a:cs typeface="Noto Sans KR"/>
                        </a:rPr>
                        <a:t>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124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3</a:t>
                      </a:r>
                    </a:p>
                  </a:txBody>
                  <a:tcPr marL="91440" marR="91440" marT="45720" marB="45720">
                    <a:solidFill>
                      <a:srgbClr val="FFFFFF"/>
                    </a:solidFill>
                  </a:tcPr>
                </a:tc>
              </a:tr>
              <a:tr h="381000">
                <a:tc>
                  <a:txBody>
                    <a:bodyPr/>
                    <a:lstStyle/>
                    <a:p>
                      <a:r>
                        <a:rPr sz="1200"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382</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13</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D302F72F-C273-44B8-A4F6-113EDBF48CAE}"/>
              </a:ext>
            </a:extLst>
          </p:cNvPr>
          <p:cNvSpPr>
            <a:spLocks xmlns:a="http://schemas.openxmlformats.org/drawingml/2006/main" noGrp="1"/>
          </p:cNvSpPr>
          <p:nvPr/>
        </p:nvSpPr>
        <p:spPr>
          <a:xfrm xmlns:a="http://schemas.openxmlformats.org/drawingml/2006/main">
            <a:off x="3857625" y="11906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R06 · 2026-10-12 · ★4</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“repeating the same four choices”</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복습 보기의 불일치 경험</a:t>
            </a:r>
          </a:p>
        </p:txBody>
      </p:sp>
      <p:sp>
        <p:nvSpPr>
          <p:cNvPr id="7" name="">
            <a:extLst xmlns:a="http://schemas.openxmlformats.org/drawingml/2006/main">
              <a:ext uri="{FF2B5EF4-FFF2-40B4-BE49-F238E27FC236}">
                <a16:creationId xmlns:a16="http://schemas.microsoft.com/office/drawing/2014/main" id="{5097E71D-9DAB-4E0A-9ADE-010F9F42DD6A}"/>
              </a:ext>
            </a:extLst>
          </p:cNvPr>
          <p:cNvSpPr>
            <a:spLocks xmlns:a="http://schemas.openxmlformats.org/drawingml/2006/main" noGrp="1"/>
          </p:cNvSpPr>
          <p:nvPr/>
        </p:nvSpPr>
        <p:spPr>
          <a:xfrm xmlns:a="http://schemas.openxmlformats.org/drawingml/2006/main">
            <a:off x="3857625" y="238125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유지할 장점: 연습 방식 선택(P03)</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개선 초점: 같은 문항의 답·해설 대응(P04)</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입력 → 복습 → 풀이 → 해설</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감정 가설: −1 / +1 / 0 / −2</a:t>
            </a:r>
          </a:p>
        </p:txBody>
      </p:sp>
      <p:sp>
        <p:nvSpPr>
          <p:cNvPr id="8" name="">
            <a:extLst xmlns:a="http://schemas.openxmlformats.org/drawingml/2006/main">
              <a:ext uri="{FF2B5EF4-FFF2-40B4-BE49-F238E27FC236}">
                <a16:creationId xmlns:a16="http://schemas.microsoft.com/office/drawing/2014/main" id="{5B907A3B-9191-48CE-A1C1-04788DFDF4F4}"/>
              </a:ext>
            </a:extLst>
          </p:cNvPr>
          <p:cNvSpPr>
            <a:spLocks xmlns:a="http://schemas.openxmlformats.org/drawingml/2006/main" noGrp="1"/>
          </p:cNvSpPr>
          <p:nvPr/>
        </p:nvSpPr>
        <p:spPr>
          <a:xfrm xmlns:a="http://schemas.openxmlformats.org/drawingml/2006/main">
            <a:off x="381000" y="4000500"/>
            <a:ext cx="838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4F609B"/>
                </a:solidFill>
                <a:latin typeface="Noto Sans KR"/>
                <a:ea typeface="Noto Sans KR"/>
                <a:cs typeface="Noto Sans KR"/>
              </a:defRPr>
            </a:defPPr>
            <a:lvl1pPr>
              <a:defRPr sz="1050" b="0">
                <a:solidFill>
                  <a:srgbClr val="4F609B"/>
                </a:solidFill>
                <a:latin typeface="Noto Sans KR"/>
                <a:ea typeface="Noto Sans KR"/>
                <a:cs typeface="Noto Sans KR"/>
              </a:defRPr>
            </a:lvl1pPr>
            <a:lvl2pPr>
              <a:defRPr sz="1050" b="0">
                <a:solidFill>
                  <a:srgbClr val="4F609B"/>
                </a:solidFill>
                <a:latin typeface="Noto Sans KR"/>
                <a:ea typeface="Noto Sans KR"/>
                <a:cs typeface="Noto Sans KR"/>
              </a:defRPr>
            </a:lvl2pPr>
            <a:lvl3pPr>
              <a:defRPr sz="1050" b="0">
                <a:solidFill>
                  <a:srgbClr val="4F609B"/>
                </a:solidFill>
                <a:latin typeface="Noto Sans KR"/>
                <a:ea typeface="Noto Sans KR"/>
                <a:cs typeface="Noto Sans KR"/>
              </a:defRPr>
            </a:lvl3pPr>
            <a:lvl4pPr>
              <a:defRPr sz="1050" b="0">
                <a:solidFill>
                  <a:srgbClr val="4F609B"/>
                </a:solidFill>
                <a:latin typeface="Noto Sans KR"/>
                <a:ea typeface="Noto Sans KR"/>
                <a:cs typeface="Noto Sans KR"/>
              </a:defRPr>
            </a:lvl4pPr>
            <a:lvl5pPr>
              <a:defRPr sz="1050" b="0">
                <a:solidFill>
                  <a:srgbClr val="4F609B"/>
                </a:solidFill>
                <a:latin typeface="Noto Sans KR"/>
                <a:ea typeface="Noto Sans KR"/>
                <a:cs typeface="Noto Sans KR"/>
              </a:defRPr>
            </a:lvl5pPr>
            <a:lvl6pPr>
              <a:defRPr sz="1050" b="0">
                <a:solidFill>
                  <a:srgbClr val="4F609B"/>
                </a:solidFill>
                <a:latin typeface="Noto Sans KR"/>
                <a:ea typeface="Noto Sans KR"/>
                <a:cs typeface="Noto Sans KR"/>
              </a:defRPr>
            </a:lvl6pPr>
            <a:lvl7pPr>
              <a:defRPr sz="1050" b="0">
                <a:solidFill>
                  <a:srgbClr val="4F609B"/>
                </a:solidFill>
                <a:latin typeface="Noto Sans KR"/>
                <a:ea typeface="Noto Sans KR"/>
                <a:cs typeface="Noto Sans KR"/>
              </a:defRPr>
            </a:lvl7pPr>
            <a:lvl8pPr>
              <a:defRPr sz="1050" b="0">
                <a:solidFill>
                  <a:srgbClr val="4F609B"/>
                </a:solidFill>
                <a:latin typeface="Noto Sans KR"/>
                <a:ea typeface="Noto Sans KR"/>
                <a:cs typeface="Noto Sans KR"/>
              </a:defRPr>
            </a:lvl8pPr>
            <a:lvl9pPr>
              <a:defRPr sz="1050" b="0">
                <a:solidFill>
                  <a:srgbClr val="4F609B"/>
                </a:solidFill>
                <a:latin typeface="Noto Sans KR"/>
                <a:ea typeface="Noto Sans KR"/>
                <a:cs typeface="Noto Sans KR"/>
              </a:defRPr>
            </a:lvl9pPr>
          </a:lstStyle>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미국 App Store 2026-10-29: 4.7 / 11,175건. 최근 30건과 전체 평가는 다른 모집단.</a:t>
            </a:r>
          </a:p>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원인·감정은 가설이며 Knowt 내부 구현을 확인한 사실이 아닙니다.</a:t>
            </a:r>
          </a:p>
        </p:txBody>
      </p:sp>
    </p:spTree>
    <p:extLst>
      <p:ext uri="{BB962C8B-B14F-4D97-AF65-F5344CB8AC3E}">
        <p14:creationId xmlns:p14="http://schemas.microsoft.com/office/powerpoint/2010/main" val="12105933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89A650-D792-4FA9-BEB1-60DFAF58A6A2}"/>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3 / 7</a:t>
            </a:r>
          </a:p>
        </p:txBody>
      </p:sp>
      <p:sp>
        <p:nvSpPr>
          <p:cNvPr id="2" name="">
            <a:extLst xmlns:a="http://schemas.openxmlformats.org/drawingml/2006/main">
              <a:ext uri="{FF2B5EF4-FFF2-40B4-BE49-F238E27FC236}">
                <a16:creationId xmlns:a16="http://schemas.microsoft.com/office/drawing/2014/main" id="{42B432FC-42E5-49F8-8928-AAC514713B46}"/>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3. 해결 방법과 화면 설계</a:t>
            </a:r>
          </a:p>
        </p:txBody>
      </p:sp>
      <p:sp>
        <p:nvSpPr>
          <p:cNvPr id="3" name="">
            <a:extLst xmlns:a="http://schemas.openxmlformats.org/drawingml/2006/main">
              <a:ext uri="{FF2B5EF4-FFF2-40B4-BE49-F238E27FC236}">
                <a16:creationId xmlns:a16="http://schemas.microsoft.com/office/drawing/2014/main" id="{87E16A15-A3AF-4F7C-ABDD-2CE87894264D}"/>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04</a:t>
            </a:r>
          </a:p>
        </p:txBody>
      </p:sp>
      <p:sp>
        <p:nvSpPr>
          <p:cNvPr id="4" name="">
            <a:extLst xmlns:a="http://schemas.openxmlformats.org/drawingml/2006/main">
              <a:ext uri="{FF2B5EF4-FFF2-40B4-BE49-F238E27FC236}">
                <a16:creationId xmlns:a16="http://schemas.microsoft.com/office/drawing/2014/main" id="{70B7288F-D641-4182-98E0-414870D9CF51}"/>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1:00</a:t>
            </a:r>
          </a:p>
        </p:txBody>
      </p:sp>
      <p:pic>
        <p:nvPicPr>
          <p:cNvPr id="5" name="">
            <a:extLst xmlns:a="http://schemas.openxmlformats.org/drawingml/2006/main">
              <a:ext uri="{FF2B5EF4-FFF2-40B4-BE49-F238E27FC236}">
                <a16:creationId xmlns:a16="http://schemas.microsoft.com/office/drawing/2014/main" id="{C29FC911-8C04-41CF-86EB-88576AEB88BE}"/>
              </a:ext>
            </a:extLst>
          </p:cNvPr>
          <p:cNvPicPr>
            <a:picLocks xmlns:a="http://schemas.openxmlformats.org/drawingml/2006/main" noChangeAspect="1"/>
          </p:cNvPicPr>
          <p:nvPr/>
        </p:nvPicPr>
        <p:blipFill>
          <a:blip xmlns:r="http://schemas.openxmlformats.org/officeDocument/2006/relationships" xmlns:a="http://schemas.openxmlformats.org/drawingml/2006/main" r:embed="Rd0ef94c977eb4bdf"/>
          <a:stretch xmlns:a="http://schemas.openxmlformats.org/drawingml/2006/main"/>
        </p:blipFill>
        <p:spPr>
          <a:xfrm xmlns:a="http://schemas.openxmlformats.org/drawingml/2006/main">
            <a:off x="614498" y="1143000"/>
            <a:ext cx="1628504" cy="352425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326A3788-3A3D-42B4-97CE-999325077032}"/>
              </a:ext>
            </a:extLst>
          </p:cNvPr>
          <p:cNvGraphicFramePr/>
          <p:nvPr/>
        </p:nvGraphicFramePr>
        <p:xfrm>
          <a:off xmlns:a="http://schemas.openxmlformats.org/drawingml/2006/main" x="2857500" y="1190625"/>
          <a:ext xmlns:a="http://schemas.openxmlformats.org/drawingml/2006/main" cx="5905500" cy="2286000"/>
        </p:xfrm>
        <a:graphic xmlns:a="http://schemas.openxmlformats.org/drawingml/2006/main">
          <a:graphicData uri="http://schemas.openxmlformats.org/drawingml/2006/table">
            <a:tbl>
              <a:tblPr/>
              <a:tblGrid>
                <a:gridCol w="1143000"/>
                <a:gridCol w="4762500"/>
              </a:tblGrid>
              <a:tr h="457200">
                <a:tc>
                  <a:txBody>
                    <a:bodyPr/>
                    <a:lstStyle/>
                    <a:p>
                      <a:r>
                        <a:rPr sz="1350" b="1">
                          <a:solidFill>
                            <a:srgbClr val="FFFFFF"/>
                          </a:solidFill>
                          <a:latin typeface="Noto Sans KR"/>
                          <a:ea typeface="Noto Sans KR"/>
                          <a:cs typeface="Noto Sans KR"/>
                        </a:rPr>
                        <a:t>요소</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정보·원칙</a:t>
                      </a:r>
                    </a:p>
                  </a:txBody>
                  <a:tcPr marL="91440" marR="91440" marT="45720" marB="45720">
                    <a:solidFill>
                      <a:srgbClr val="18243B"/>
                    </a:solidFill>
                  </a:tcPr>
                </a:tc>
              </a:tr>
              <a:tr h="457200">
                <a:tc>
                  <a:txBody>
                    <a:bodyPr/>
                    <a:lstStyle/>
                    <a:p>
                      <a:r>
                        <a:rPr sz="1350" b="0">
                          <a:solidFill>
                            <a:srgbClr val="18243B"/>
                          </a:solidFill>
                          <a:latin typeface="Noto Sans KR"/>
                          <a:ea typeface="Noto Sans KR"/>
                          <a:cs typeface="Noto Sans KR"/>
                        </a:rPr>
                        <a:t>E-1</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문항 위치 · P01</a:t>
                      </a:r>
                    </a:p>
                  </a:txBody>
                  <a:tcPr marL="91440" marR="91440" marT="45720" marB="45720">
                    <a:solidFill>
                      <a:srgbClr val="F2F5FA"/>
                    </a:solidFill>
                  </a:tcPr>
                </a:tc>
              </a:tr>
              <a:tr h="457200">
                <a:tc>
                  <a:txBody>
                    <a:bodyPr/>
                    <a:lstStyle/>
                    <a:p>
                      <a:r>
                        <a:rPr sz="1350" b="0">
                          <a:solidFill>
                            <a:srgbClr val="18243B"/>
                          </a:solidFill>
                          <a:latin typeface="Noto Sans KR"/>
                          <a:ea typeface="Noto Sans KR"/>
                          <a:cs typeface="Noto Sans KR"/>
                        </a:rPr>
                        <a:t>E-2</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같은 문항의 정답과 해설 · P04</a:t>
                      </a:r>
                    </a:p>
                  </a:txBody>
                  <a:tcPr marL="91440" marR="91440" marT="45720" marB="45720">
                    <a:solidFill>
                      <a:srgbClr val="FFFFFF"/>
                    </a:solidFill>
                  </a:tcPr>
                </a:tc>
              </a:tr>
              <a:tr h="457200">
                <a:tc>
                  <a:txBody>
                    <a:bodyPr/>
                    <a:lstStyle/>
                    <a:p>
                      <a:r>
                        <a:rPr sz="1350" b="0">
                          <a:solidFill>
                            <a:srgbClr val="18243B"/>
                          </a:solidFill>
                          <a:latin typeface="Noto Sans KR"/>
                          <a:ea typeface="Noto Sans KR"/>
                          <a:cs typeface="Noto Sans KR"/>
                        </a:rPr>
                        <a:t>E-3</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강의 근거 항상 표시 · P06</a:t>
                      </a:r>
                    </a:p>
                  </a:txBody>
                  <a:tcPr marL="91440" marR="91440" marT="45720" marB="45720">
                    <a:solidFill>
                      <a:srgbClr val="F2F5FA"/>
                    </a:solidFill>
                  </a:tcPr>
                </a:tc>
              </a:tr>
              <a:tr h="457200">
                <a:tc>
                  <a:txBody>
                    <a:bodyPr/>
                    <a:lstStyle/>
                    <a:p>
                      <a:r>
                        <a:rPr sz="1350" b="0">
                          <a:solidFill>
                            <a:srgbClr val="18243B"/>
                          </a:solidFill>
                          <a:latin typeface="Noto Sans KR"/>
                          <a:ea typeface="Noto Sans KR"/>
                          <a:cs typeface="Noto Sans KR"/>
                        </a:rPr>
                        <a:t>E-4</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읽은 뒤 다음 문제 · P03</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D223693-1191-4157-AE98-47FB2EDC7F80}"/>
              </a:ext>
            </a:extLst>
          </p:cNvPr>
          <p:cNvSpPr>
            <a:spLocks xmlns:a="http://schemas.openxmlformats.org/drawingml/2006/main" noGrp="1"/>
          </p:cNvSpPr>
          <p:nvPr/>
        </p:nvSpPr>
        <p:spPr>
          <a:xfrm xmlns:a="http://schemas.openxmlformats.org/drawingml/2006/main">
            <a:off x="2857500" y="371475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8243B"/>
                </a:solidFill>
                <a:latin typeface="Noto Sans KR"/>
                <a:ea typeface="Noto Sans KR"/>
                <a:cs typeface="Noto Sans KR"/>
              </a:defRPr>
            </a:defPPr>
            <a:lvl1pPr>
              <a:defRPr sz="1350" b="0">
                <a:solidFill>
                  <a:srgbClr val="18243B"/>
                </a:solidFill>
                <a:latin typeface="Noto Sans KR"/>
                <a:ea typeface="Noto Sans KR"/>
                <a:cs typeface="Noto Sans KR"/>
              </a:defRPr>
            </a:lvl1pPr>
            <a:lvl2pPr>
              <a:defRPr sz="1350" b="0">
                <a:solidFill>
                  <a:srgbClr val="18243B"/>
                </a:solidFill>
                <a:latin typeface="Noto Sans KR"/>
                <a:ea typeface="Noto Sans KR"/>
                <a:cs typeface="Noto Sans KR"/>
              </a:defRPr>
            </a:lvl2pPr>
            <a:lvl3pPr>
              <a:defRPr sz="1350" b="0">
                <a:solidFill>
                  <a:srgbClr val="18243B"/>
                </a:solidFill>
                <a:latin typeface="Noto Sans KR"/>
                <a:ea typeface="Noto Sans KR"/>
                <a:cs typeface="Noto Sans KR"/>
              </a:defRPr>
            </a:lvl3pPr>
            <a:lvl4pPr>
              <a:defRPr sz="1350" b="0">
                <a:solidFill>
                  <a:srgbClr val="18243B"/>
                </a:solidFill>
                <a:latin typeface="Noto Sans KR"/>
                <a:ea typeface="Noto Sans KR"/>
                <a:cs typeface="Noto Sans KR"/>
              </a:defRPr>
            </a:lvl4pPr>
            <a:lvl5pPr>
              <a:defRPr sz="1350" b="0">
                <a:solidFill>
                  <a:srgbClr val="18243B"/>
                </a:solidFill>
                <a:latin typeface="Noto Sans KR"/>
                <a:ea typeface="Noto Sans KR"/>
                <a:cs typeface="Noto Sans KR"/>
              </a:defRPr>
            </a:lvl5pPr>
            <a:lvl6pPr>
              <a:defRPr sz="1350" b="0">
                <a:solidFill>
                  <a:srgbClr val="18243B"/>
                </a:solidFill>
                <a:latin typeface="Noto Sans KR"/>
                <a:ea typeface="Noto Sans KR"/>
                <a:cs typeface="Noto Sans KR"/>
              </a:defRPr>
            </a:lvl6pPr>
            <a:lvl7pPr>
              <a:defRPr sz="1350" b="0">
                <a:solidFill>
                  <a:srgbClr val="18243B"/>
                </a:solidFill>
                <a:latin typeface="Noto Sans KR"/>
                <a:ea typeface="Noto Sans KR"/>
                <a:cs typeface="Noto Sans KR"/>
              </a:defRPr>
            </a:lvl7pPr>
            <a:lvl8pPr>
              <a:defRPr sz="1350" b="0">
                <a:solidFill>
                  <a:srgbClr val="18243B"/>
                </a:solidFill>
                <a:latin typeface="Noto Sans KR"/>
                <a:ea typeface="Noto Sans KR"/>
                <a:cs typeface="Noto Sans KR"/>
              </a:defRPr>
            </a:lvl8pPr>
            <a:lvl9pPr>
              <a:defRPr sz="1350" b="0">
                <a:solidFill>
                  <a:srgbClr val="18243B"/>
                </a:solidFill>
                <a:latin typeface="Noto Sans KR"/>
                <a:ea typeface="Noto Sans KR"/>
                <a:cs typeface="Noto Sans KR"/>
              </a:defRPr>
            </a:lvl9pPr>
          </a:lstStyle>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정보 순서: 정답 → 이유 → 강의 근거 → 다음 행동</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모두 상시 표시. 제목·색·여백으로 탐색을 돕습니다.</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좁은 화면은 스크롤, 넓은 화면은 읽기 영역을 제한합니다.</a:t>
            </a:r>
          </a:p>
        </p:txBody>
      </p:sp>
    </p:spTree>
    <p:extLst>
      <p:ext uri="{BB962C8B-B14F-4D97-AF65-F5344CB8AC3E}">
        <p14:creationId xmlns:p14="http://schemas.microsoft.com/office/powerpoint/2010/main" val="15115787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70C8AC-992C-496D-B4DA-39FBEDDDD95F}"/>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4 / 7</a:t>
            </a:r>
          </a:p>
        </p:txBody>
      </p:sp>
      <p:sp>
        <p:nvSpPr>
          <p:cNvPr id="2" name="">
            <a:extLst xmlns:a="http://schemas.openxmlformats.org/drawingml/2006/main">
              <a:ext uri="{FF2B5EF4-FFF2-40B4-BE49-F238E27FC236}">
                <a16:creationId xmlns:a16="http://schemas.microsoft.com/office/drawing/2014/main" id="{44497A83-4A2E-4BB5-B956-26BBE041ACF0}"/>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4. AI 반론과 나의 판단</a:t>
            </a:r>
          </a:p>
        </p:txBody>
      </p:sp>
      <p:sp>
        <p:nvSpPr>
          <p:cNvPr id="3" name="">
            <a:extLst xmlns:a="http://schemas.openxmlformats.org/drawingml/2006/main">
              <a:ext uri="{FF2B5EF4-FFF2-40B4-BE49-F238E27FC236}">
                <a16:creationId xmlns:a16="http://schemas.microsoft.com/office/drawing/2014/main" id="{504466FB-045D-49CE-A37B-2E65A129AA32}"/>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05</a:t>
            </a:r>
          </a:p>
        </p:txBody>
      </p:sp>
      <p:sp>
        <p:nvSpPr>
          <p:cNvPr id="4" name="">
            <a:extLst xmlns:a="http://schemas.openxmlformats.org/drawingml/2006/main">
              <a:ext uri="{FF2B5EF4-FFF2-40B4-BE49-F238E27FC236}">
                <a16:creationId xmlns:a16="http://schemas.microsoft.com/office/drawing/2014/main" id="{C484038E-FFC4-4FB8-BFC8-9C7CAC8020FE}"/>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1:00</a:t>
            </a:r>
          </a:p>
        </p:txBody>
      </p:sp>
      <p:graphicFrame>
        <p:nvGraphicFramePr>
          <p:cNvPr id="5" name="">
            <a:extLst xmlns:a="http://schemas.openxmlformats.org/drawingml/2006/main">
              <a:ext uri="{FF2B5EF4-FFF2-40B4-BE49-F238E27FC236}">
                <a16:creationId xmlns:a16="http://schemas.microsoft.com/office/drawing/2014/main" id="{772A4D7B-77C3-45E9-BEB7-38EA51EE38D8}"/>
              </a:ext>
            </a:extLst>
          </p:cNvPr>
          <p:cNvGraphicFramePr/>
          <p:nvPr/>
        </p:nvGraphicFramePr>
        <p:xfrm>
          <a:off xmlns:a="http://schemas.openxmlformats.org/drawingml/2006/main" x="381000" y="1190625"/>
          <a:ext xmlns:a="http://schemas.openxmlformats.org/drawingml/2006/main" cx="8382000" cy="3333750"/>
        </p:xfrm>
        <a:graphic xmlns:a="http://schemas.openxmlformats.org/drawingml/2006/main">
          <a:graphicData uri="http://schemas.openxmlformats.org/drawingml/2006/table">
            <a:tbl>
              <a:tblPr/>
              <a:tblGrid>
                <a:gridCol w="1381125"/>
                <a:gridCol w="7000875"/>
              </a:tblGrid>
              <a:tr h="555625">
                <a:tc>
                  <a:txBody>
                    <a:bodyPr/>
                    <a:lstStyle/>
                    <a:p>
                      <a:r>
                        <a:rPr sz="1275" b="1">
                          <a:solidFill>
                            <a:srgbClr val="FFFFFF"/>
                          </a:solidFill>
                          <a:latin typeface="Noto Sans KR"/>
                          <a:ea typeface="Noto Sans KR"/>
                          <a:cs typeface="Noto Sans KR"/>
                        </a:rPr>
                        <a:t>단계</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현재 기록</a:t>
                      </a:r>
                    </a:p>
                  </a:txBody>
                  <a:tcPr marL="91440" marR="91440" marT="45720" marB="45720">
                    <a:solidFill>
                      <a:srgbClr val="18243B"/>
                    </a:solidFill>
                  </a:tcPr>
                </a:tc>
              </a:tr>
              <a:tr h="555625">
                <a:tc>
                  <a:txBody>
                    <a:bodyPr/>
                    <a:lstStyle/>
                    <a:p>
                      <a:r>
                        <a:rPr sz="1275" b="0">
                          <a:solidFill>
                            <a:srgbClr val="18243B"/>
                          </a:solidFill>
                          <a:latin typeface="Noto Sans KR"/>
                          <a:ea typeface="Noto Sans KR"/>
                          <a:cs typeface="Noto Sans KR"/>
                        </a:rPr>
                        <a:t>내 주장</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답·해설·원문을 모두 항상 표시하고 접지 않는다</a:t>
                      </a:r>
                    </a:p>
                  </a:txBody>
                  <a:tcPr marL="91440" marR="91440" marT="45720" marB="45720">
                    <a:solidFill>
                      <a:srgbClr val="F2F5FA"/>
                    </a:solidFill>
                  </a:tcPr>
                </a:tc>
              </a:tr>
              <a:tr h="555625">
                <a:tc>
                  <a:txBody>
                    <a:bodyPr/>
                    <a:lstStyle/>
                    <a:p>
                      <a:r>
                        <a:rPr sz="1275" b="0">
                          <a:solidFill>
                            <a:srgbClr val="18243B"/>
                          </a:solidFill>
                          <a:latin typeface="Noto Sans KR"/>
                          <a:ea typeface="Noto Sans KR"/>
                          <a:cs typeface="Noto Sans KR"/>
                        </a:rPr>
                        <a:t>AI 반론</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작은 화면에서 정보량과 스크롤이 늘어 핵심 탐색이 어려울 수 있다</a:t>
                      </a:r>
                    </a:p>
                  </a:txBody>
                  <a:tcPr marL="91440" marR="91440" marT="45720" marB="45720">
                    <a:solidFill>
                      <a:srgbClr val="FFFFFF"/>
                    </a:solidFill>
                  </a:tcPr>
                </a:tc>
              </a:tr>
              <a:tr h="555625">
                <a:tc>
                  <a:txBody>
                    <a:bodyPr/>
                    <a:lstStyle/>
                    <a:p>
                      <a:r>
                        <a:rPr sz="1275" b="0">
                          <a:solidFill>
                            <a:srgbClr val="18243B"/>
                          </a:solidFill>
                          <a:latin typeface="Noto Sans KR"/>
                          <a:ea typeface="Noto Sans KR"/>
                          <a:cs typeface="Noto Sans KR"/>
                        </a:rPr>
                        <a:t>나의 반론</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“太繁琐无法快速检索重要内容”</a:t>
                      </a:r>
                    </a:p>
                    <a:p>
                      <a:r>
                        <a:rPr sz="1275" b="0">
                          <a:solidFill>
                            <a:srgbClr val="18243B"/>
                          </a:solidFill>
                          <a:latin typeface="Noto Sans KR"/>
                          <a:ea typeface="Noto Sans KR"/>
                          <a:cs typeface="Noto Sans KR"/>
                        </a:rPr>
                        <a:t>너무 번잡하여 중요한 내용을 빠르게 찾기 어렵다</a:t>
                      </a:r>
                    </a:p>
                  </a:txBody>
                  <a:tcPr marL="91440" marR="91440" marT="45720" marB="45720">
                    <a:solidFill>
                      <a:srgbClr val="F2F5FA"/>
                    </a:solidFill>
                  </a:tcPr>
                </a:tc>
              </a:tr>
              <a:tr h="555625">
                <a:tc>
                  <a:txBody>
                    <a:bodyPr/>
                    <a:lstStyle/>
                    <a:p>
                      <a:r>
                        <a:rPr sz="1275" b="0">
                          <a:solidFill>
                            <a:srgbClr val="18243B"/>
                          </a:solidFill>
                          <a:latin typeface="Noto Sans KR"/>
                          <a:ea typeface="Noto Sans KR"/>
                          <a:cs typeface="Noto Sans KR"/>
                        </a:rPr>
                        <a:t>재검토안</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정답을 먼저, 해설과 근거를 구역으로 구분. 숨기지 않고 스크롤 허용</a:t>
                      </a:r>
                    </a:p>
                  </a:txBody>
                  <a:tcPr marL="91440" marR="91440" marT="45720" marB="45720">
                    <a:solidFill>
                      <a:srgbClr val="FFFFFF"/>
                    </a:solidFill>
                  </a:tcPr>
                </a:tc>
              </a:tr>
              <a:tr h="555625">
                <a:tc>
                  <a:txBody>
                    <a:bodyPr/>
                    <a:lstStyle/>
                    <a:p>
                      <a:r>
                        <a:rPr sz="1275" b="0">
                          <a:solidFill>
                            <a:srgbClr val="18243B"/>
                          </a:solidFill>
                          <a:latin typeface="Noto Sans KR"/>
                          <a:ea typeface="Noto Sans KR"/>
                          <a:cs typeface="Noto Sans KR"/>
                        </a:rPr>
                        <a:t>결론</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상시 표시 유지 / 표현 수정 / 접기 폐기 · P06·P08</a:t>
                      </a:r>
                    </a:p>
                  </a:txBody>
                  <a:tcPr marL="91440" marR="91440" marT="45720" marB="45720">
                    <a:solidFill>
                      <a:srgbClr val="F2F5FA"/>
                    </a:solidFill>
                  </a:tcPr>
                </a:tc>
              </a:tr>
            </a:tbl>
          </a:graphicData>
        </a:graphic>
      </p:graphicFrame>
    </p:spTree>
    <p:extLst>
      <p:ext uri="{BB962C8B-B14F-4D97-AF65-F5344CB8AC3E}">
        <p14:creationId xmlns:p14="http://schemas.microsoft.com/office/powerpoint/2010/main" val="14223737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01B1B5-2452-48A8-A236-1E47CFABEE71}"/>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5 / 7</a:t>
            </a:r>
          </a:p>
        </p:txBody>
      </p:sp>
      <p:sp>
        <p:nvSpPr>
          <p:cNvPr id="2" name="">
            <a:extLst xmlns:a="http://schemas.openxmlformats.org/drawingml/2006/main">
              <a:ext uri="{FF2B5EF4-FFF2-40B4-BE49-F238E27FC236}">
                <a16:creationId xmlns:a16="http://schemas.microsoft.com/office/drawing/2014/main" id="{26BAA491-CC9B-471F-A3D2-81077FCD3F2D}"/>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5. Flutter 구현과 범위</a:t>
            </a:r>
          </a:p>
        </p:txBody>
      </p:sp>
      <p:sp>
        <p:nvSpPr>
          <p:cNvPr id="3" name="">
            <a:extLst xmlns:a="http://schemas.openxmlformats.org/drawingml/2006/main">
              <a:ext uri="{FF2B5EF4-FFF2-40B4-BE49-F238E27FC236}">
                <a16:creationId xmlns:a16="http://schemas.microsoft.com/office/drawing/2014/main" id="{94326A03-5CE3-49D2-9502-D662BDD85C2E}"/>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06</a:t>
            </a:r>
          </a:p>
        </p:txBody>
      </p:sp>
      <p:sp>
        <p:nvSpPr>
          <p:cNvPr id="4" name="">
            <a:extLst xmlns:a="http://schemas.openxmlformats.org/drawingml/2006/main">
              <a:ext uri="{FF2B5EF4-FFF2-40B4-BE49-F238E27FC236}">
                <a16:creationId xmlns:a16="http://schemas.microsoft.com/office/drawing/2014/main" id="{82340909-806C-487F-B380-7286AABF3A34}"/>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0:45</a:t>
            </a:r>
          </a:p>
        </p:txBody>
      </p:sp>
      <p:graphicFrame>
        <p:nvGraphicFramePr>
          <p:cNvPr id="5" name="">
            <a:extLst xmlns:a="http://schemas.openxmlformats.org/drawingml/2006/main">
              <a:ext uri="{FF2B5EF4-FFF2-40B4-BE49-F238E27FC236}">
                <a16:creationId xmlns:a16="http://schemas.microsoft.com/office/drawing/2014/main" id="{0894538E-7375-4B9D-9804-1CE522953A76}"/>
              </a:ext>
            </a:extLst>
          </p:cNvPr>
          <p:cNvGraphicFramePr/>
          <p:nvPr/>
        </p:nvGraphicFramePr>
        <p:xfrm>
          <a:off xmlns:a="http://schemas.openxmlformats.org/drawingml/2006/main" x="381000" y="1190625"/>
          <a:ext xmlns:a="http://schemas.openxmlformats.org/drawingml/2006/main" cx="8382000" cy="3333750"/>
        </p:xfrm>
        <a:graphic xmlns:a="http://schemas.openxmlformats.org/drawingml/2006/main">
          <a:graphicData uri="http://schemas.openxmlformats.org/drawingml/2006/table">
            <a:tbl>
              <a:tblPr/>
              <a:tblGrid>
                <a:gridCol w="1333500"/>
                <a:gridCol w="7048500"/>
              </a:tblGrid>
              <a:tr h="476250">
                <a:tc>
                  <a:txBody>
                    <a:bodyPr/>
                    <a:lstStyle/>
                    <a:p>
                      <a:r>
                        <a:rPr sz="1275" b="1">
                          <a:solidFill>
                            <a:srgbClr val="FFFFFF"/>
                          </a:solidFill>
                          <a:latin typeface="Noto Sans KR"/>
                          <a:ea typeface="Noto Sans KR"/>
                          <a:cs typeface="Noto Sans KR"/>
                        </a:rPr>
                        <a:t>항목</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코드와 검증</a:t>
                      </a:r>
                    </a:p>
                  </a:txBody>
                  <a:tcPr marL="91440" marR="91440" marT="45720" marB="45720">
                    <a:solidFill>
                      <a:srgbClr val="18243B"/>
                    </a:solidFill>
                  </a:tcPr>
                </a:tc>
              </a:tr>
              <a:tr h="476250">
                <a:tc>
                  <a:txBody>
                    <a:bodyPr/>
                    <a:lstStyle/>
                    <a:p>
                      <a:r>
                        <a:rPr sz="1275" b="0">
                          <a:solidFill>
                            <a:srgbClr val="18243B"/>
                          </a:solidFill>
                          <a:latin typeface="Noto Sans KR"/>
                          <a:ea typeface="Noto Sans KR"/>
                          <a:cs typeface="Noto Sans KR"/>
                        </a:rPr>
                        <a:t>전환</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Navigator.push / pop / popUntil. 다섯 화면</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데이터</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api.dart: GET /topics, /questions, /results</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예외</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공통 LoadingView / ErrorView + 재시도 / EmptyView</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적응형</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창 840px 이상 측면 안내, 요약 영역 720px 이상 3열</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로컬 표시</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setState로 선택 강조. 질문과 해설은 같은 객체</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금지 기능</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실제 AI·인증·결제·채점·저장·상태관리 패키지 없음</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6549649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8" name="">
            <a:extLst>
              <a:ext uri="{FF2B5EF4-FFF2-40B4-BE49-F238E27FC236}">
                <ns2:creationId id="{595272C0-58B9-47CB-9DEC-9331145522EB}"/>
              </a:ext>
            </a:extLst>
          </p:cNvPr>
          <p:cNvSpPr>
            <a:spLocks noGrp="1"/>
          </p:cNvSpPr>
          <p:nvPr/>
        </p:nvSpPr>
        <p:spPr>
          <a:xfrm>
            <a:off x="381000" y="190500"/>
            <a:ext cx="7429500" cy="190500"/>
          </a:xfrm>
          <a:prstGeom prst="rect">
            <a:avLst/>
          </a:prstGeom>
          <a:noFill/>
          <a:ln w="0">
            <a:noFill/>
          </a:ln>
        </p:spPr>
        <p:txBody>
          <a:bodyPr/>
          <a:lstStyle>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6 / 7</a:t>
            </a:r>
          </a:p>
        </p:txBody>
      </p:sp>
      <p:sp>
        <p:nvSpPr>
          <p:cNvPr id="2" name="">
            <a:extLst>
              <a:ext uri="{FF2B5EF4-FFF2-40B4-BE49-F238E27FC236}">
                <ns2:creationId id="{878A2174-A1BE-47CE-B958-BE823C956C6B}"/>
              </a:ext>
            </a:extLst>
          </p:cNvPr>
          <p:cNvSpPr>
            <a:spLocks noGrp="1"/>
          </p:cNvSpPr>
          <p:nvPr/>
        </p:nvSpPr>
        <p:spPr>
          <a:xfrm>
            <a:off x="381000" y="495300"/>
            <a:ext cx="8382000" cy="552450"/>
          </a:xfrm>
          <a:prstGeom prst="rect">
            <a:avLst/>
          </a:prstGeom>
          <a:noFill/>
          <a:ln w="0">
            <a:noFill/>
          </a:ln>
        </p:spPr>
        <p:txBody>
          <a:bodyPr/>
          <a:lstStyle>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6. 1분 데모</a:t>
            </a:r>
          </a:p>
        </p:txBody>
      </p:sp>
      <p:sp>
        <p:nvSpPr>
          <p:cNvPr id="3" name="">
            <a:extLst>
              <a:ext uri="{FF2B5EF4-FFF2-40B4-BE49-F238E27FC236}">
                <ns2:creationId id="{083E7C99-0C4E-4D76-AC6C-6C6F9B88D414}"/>
              </a:ext>
            </a:extLst>
          </p:cNvPr>
          <p:cNvSpPr>
            <a:spLocks noGrp="1"/>
          </p:cNvSpPr>
          <p:nvPr/>
        </p:nvSpPr>
        <p:spPr>
          <a:xfrm>
            <a:off x="381000" y="4857750"/>
            <a:ext cx="7620000" cy="190500"/>
          </a:xfrm>
          <a:prstGeom prst="rect">
            <a:avLst/>
          </a:prstGeom>
          <a:noFill/>
          <a:ln w="0">
            <a:noFill/>
          </a:ln>
        </p:spPr>
        <p:txBody>
          <a:bodyPr/>
          <a:lstStyle>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07</a:t>
            </a:r>
          </a:p>
        </p:txBody>
      </p:sp>
      <p:sp>
        <p:nvSpPr>
          <p:cNvPr id="4" name="">
            <a:extLst>
              <a:ext uri="{FF2B5EF4-FFF2-40B4-BE49-F238E27FC236}">
                <ns2:creationId id="{5CCCE741-06A9-471F-BAE1-D3E6B2FE43D3}"/>
              </a:ext>
            </a:extLst>
          </p:cNvPr>
          <p:cNvSpPr>
            <a:spLocks noGrp="1"/>
          </p:cNvSpPr>
          <p:nvPr/>
        </p:nvSpPr>
        <p:spPr>
          <a:xfrm>
            <a:off x="7810500" y="190500"/>
            <a:ext cx="952500" cy="190500"/>
          </a:xfrm>
          <a:prstGeom prst="rect">
            <a:avLst/>
          </a:prstGeom>
          <a:noFill/>
          <a:ln w="0">
            <a:noFill/>
          </a:ln>
        </p:spPr>
        <p:txBody>
          <a:bodyPr/>
          <a:lstStyle>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1:15</a:t>
            </a:r>
          </a:p>
        </p:txBody>
      </p:sp>
      <p:pic>
        <p:nvPicPr>
          <p:cNvPr id="5" name="">
            <a:extLst>
              <a:ext uri="{FF2B5EF4-FFF2-40B4-BE49-F238E27FC236}">
                <ns2:creationId id="{B77F173E-DC0D-45F7-9973-934A81C0260E}"/>
              </a:ext>
            </a:extLst>
            <a:hlinkClick action="ppaction://media"/>
          </p:cNvPr>
          <p:cNvPicPr>
            <a:picLocks noChangeAspect="1"/>
          </p:cNvPicPr>
          <p:nvPr>
            <a:videoFile r:link="rIdDemoVideo"/>
            <p:extLst>
              <p:ext uri="{DAA4B4D4-1D71-4841-9C3A-6FDE38B4F0EC}">
                <p14:media r:embed="rIdDemoMedia"/>
              </p:ext>
            </p:extLst>
          </p:nvPr>
        </p:nvPicPr>
        <p:blipFill>
          <a:blip r:embed="Ra2854df1e595417b"/>
          <a:stretch/>
        </p:blipFill>
        <p:spPr>
          <a:xfrm>
            <a:off x="1980973" y="1238250"/>
            <a:ext cx="2038804" cy="2952750"/>
          </a:xfrm>
          <a:prstGeom prst="rect">
            <a:avLst/>
          </a:prstGeom>
        </p:spPr>
      </p:pic>
      <p:sp>
        <p:nvSpPr>
          <p:cNvPr id="6" name="">
            <a:extLst>
              <a:ext uri="{FF2B5EF4-FFF2-40B4-BE49-F238E27FC236}">
                <ns2:creationId id="{DCCBDB8D-9F0D-46F2-A804-2D052E8E34EA}"/>
              </a:ext>
            </a:extLst>
          </p:cNvPr>
          <p:cNvSpPr>
            <a:spLocks noGrp="1"/>
          </p:cNvSpPr>
          <p:nvPr/>
        </p:nvSpPr>
        <p:spPr>
          <a:xfrm>
            <a:off x="5905500" y="1285875"/>
            <a:ext cx="2857500" cy="2095500"/>
          </a:xfrm>
          <a:prstGeom prst="rect">
            <a:avLst/>
          </a:prstGeom>
          <a:noFill/>
          <a:ln w="0">
            <a:noFill/>
          </a:ln>
        </p:spPr>
        <p:txBody>
          <a:bodyPr/>
          <a:lstStyle>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00–10 입력·예시</a:t>
            </a:r>
          </a:p>
          <a:p>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10–20 GET 요약</a:t>
            </a:r>
          </a:p>
          <a:p>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20–35 객관식·OX·해설</a:t>
            </a:r>
          </a:p>
          <a:p>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35–45 고정 결과·복귀</a:t>
            </a:r>
          </a:p>
          <a:p>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45–60 상태·넓은 화면</a:t>
            </a:r>
          </a:p>
        </p:txBody>
      </p:sp>
      <p:sp>
        <p:nvSpPr>
          <p:cNvPr id="7" name="">
            <a:extLst>
              <a:ext uri="{FF2B5EF4-FFF2-40B4-BE49-F238E27FC236}">
                <ns2:creationId id="{8F524EE4-CA34-40CD-AC5E-6C87612DBA65}"/>
              </a:ext>
            </a:extLst>
          </p:cNvPr>
          <p:cNvSpPr>
            <a:spLocks noGrp="1"/>
          </p:cNvSpPr>
          <p:nvPr/>
        </p:nvSpPr>
        <p:spPr>
          <a:xfrm>
            <a:off x="381000" y="4238625"/>
            <a:ext cx="8382000" cy="523875"/>
          </a:xfrm>
          <a:prstGeom prst="rect">
            <a:avLst/>
          </a:prstGeom>
          <a:noFill/>
          <a:ln w="0">
            <a:noFill/>
          </a:ln>
        </p:spPr>
        <p:txBody>
          <a:bodyPr/>
          <a:lstStyle>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docs/영상/demo_1min.mp4</a:t>
            </a:r>
          </a:p>
          <a:p>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실제 브라우저 캡처 편집본. 3상태는 위젯 테스트 캡처로 표시.</a:t>
            </a:r>
          </a:p>
          <a:p>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연속 녹화가 아니며 실제 조작은 로컬 앱에서 시연합니다.</a:t>
            </a:r>
          </a:p>
        </p:txBody>
      </p:sp>
    </p:spTree>
    <p:extLst>
      <p:ext uri="{BB962C8B-B14F-4D97-AF65-F5344CB8AC3E}">
        <p14:creationId val="8163090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4A011B-40CD-4C6B-B8B5-89E3CCC1E403}"/>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본문 7 / 7</a:t>
            </a:r>
          </a:p>
        </p:txBody>
      </p:sp>
      <p:sp>
        <p:nvSpPr>
          <p:cNvPr id="2" name="">
            <a:extLst xmlns:a="http://schemas.openxmlformats.org/drawingml/2006/main">
              <a:ext uri="{FF2B5EF4-FFF2-40B4-BE49-F238E27FC236}">
                <a16:creationId xmlns:a16="http://schemas.microsoft.com/office/drawing/2014/main" id="{9CA7A88C-D249-43EE-87B3-8A681316C3B6}"/>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7. Personal Learnings</a:t>
            </a:r>
          </a:p>
        </p:txBody>
      </p:sp>
      <p:sp>
        <p:nvSpPr>
          <p:cNvPr id="3" name="">
            <a:extLst xmlns:a="http://schemas.openxmlformats.org/drawingml/2006/main">
              <a:ext uri="{FF2B5EF4-FFF2-40B4-BE49-F238E27FC236}">
                <a16:creationId xmlns:a16="http://schemas.microsoft.com/office/drawing/2014/main" id="{778DFCFA-D373-4FDC-A2CF-20B4E940389D}"/>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08</a:t>
            </a:r>
          </a:p>
        </p:txBody>
      </p:sp>
      <p:sp>
        <p:nvSpPr>
          <p:cNvPr id="4" name="">
            <a:extLst xmlns:a="http://schemas.openxmlformats.org/drawingml/2006/main">
              <a:ext uri="{FF2B5EF4-FFF2-40B4-BE49-F238E27FC236}">
                <a16:creationId xmlns:a16="http://schemas.microsoft.com/office/drawing/2014/main" id="{34A9C047-721B-487B-8EC8-B49DFA029C2A}"/>
              </a:ext>
            </a:extLst>
          </p:cNvPr>
          <p:cNvSpPr>
            <a:spLocks xmlns:a="http://schemas.openxmlformats.org/drawingml/2006/main" noGrp="1"/>
          </p:cNvSpPr>
          <p:nvPr/>
        </p:nvSpPr>
        <p:spPr>
          <a:xfrm xmlns:a="http://schemas.openxmlformats.org/drawingml/2006/main">
            <a:off x="7810500" y="1905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0:15</a:t>
            </a:r>
          </a:p>
        </p:txBody>
      </p:sp>
      <p:sp>
        <p:nvSpPr>
          <p:cNvPr id="5" name="">
            <a:extLst xmlns:a="http://schemas.openxmlformats.org/drawingml/2006/main">
              <a:ext uri="{FF2B5EF4-FFF2-40B4-BE49-F238E27FC236}">
                <a16:creationId xmlns:a16="http://schemas.microsoft.com/office/drawing/2014/main" id="{31AEBE05-8433-465F-9191-9508B693A33C}"/>
              </a:ext>
            </a:extLst>
          </p:cNvPr>
          <p:cNvSpPr>
            <a:spLocks xmlns:a="http://schemas.openxmlformats.org/drawingml/2006/main" noGrp="1"/>
          </p:cNvSpPr>
          <p:nvPr/>
        </p:nvSpPr>
        <p:spPr>
          <a:xfrm xmlns:a="http://schemas.openxmlformats.org/drawingml/2006/main">
            <a:off x="381000" y="1428750"/>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243B"/>
                </a:solidFill>
                <a:latin typeface="Noto Sans KR"/>
                <a:ea typeface="Noto Sans KR"/>
                <a:cs typeface="Noto Sans KR"/>
              </a:defRPr>
            </a:defPPr>
            <a:lvl1pPr>
              <a:defRPr sz="2025" b="1">
                <a:solidFill>
                  <a:srgbClr val="18243B"/>
                </a:solidFill>
                <a:latin typeface="Noto Sans KR"/>
                <a:ea typeface="Noto Sans KR"/>
                <a:cs typeface="Noto Sans KR"/>
              </a:defRPr>
            </a:lvl1pPr>
            <a:lvl2pPr>
              <a:defRPr sz="2025" b="1">
                <a:solidFill>
                  <a:srgbClr val="18243B"/>
                </a:solidFill>
                <a:latin typeface="Noto Sans KR"/>
                <a:ea typeface="Noto Sans KR"/>
                <a:cs typeface="Noto Sans KR"/>
              </a:defRPr>
            </a:lvl2pPr>
            <a:lvl3pPr>
              <a:defRPr sz="2025" b="1">
                <a:solidFill>
                  <a:srgbClr val="18243B"/>
                </a:solidFill>
                <a:latin typeface="Noto Sans KR"/>
                <a:ea typeface="Noto Sans KR"/>
                <a:cs typeface="Noto Sans KR"/>
              </a:defRPr>
            </a:lvl3pPr>
            <a:lvl4pPr>
              <a:defRPr sz="2025" b="1">
                <a:solidFill>
                  <a:srgbClr val="18243B"/>
                </a:solidFill>
                <a:latin typeface="Noto Sans KR"/>
                <a:ea typeface="Noto Sans KR"/>
                <a:cs typeface="Noto Sans KR"/>
              </a:defRPr>
            </a:lvl4pPr>
            <a:lvl5pPr>
              <a:defRPr sz="2025" b="1">
                <a:solidFill>
                  <a:srgbClr val="18243B"/>
                </a:solidFill>
                <a:latin typeface="Noto Sans KR"/>
                <a:ea typeface="Noto Sans KR"/>
                <a:cs typeface="Noto Sans KR"/>
              </a:defRPr>
            </a:lvl5pPr>
            <a:lvl6pPr>
              <a:defRPr sz="2025" b="1">
                <a:solidFill>
                  <a:srgbClr val="18243B"/>
                </a:solidFill>
                <a:latin typeface="Noto Sans KR"/>
                <a:ea typeface="Noto Sans KR"/>
                <a:cs typeface="Noto Sans KR"/>
              </a:defRPr>
            </a:lvl6pPr>
            <a:lvl7pPr>
              <a:defRPr sz="2025" b="1">
                <a:solidFill>
                  <a:srgbClr val="18243B"/>
                </a:solidFill>
                <a:latin typeface="Noto Sans KR"/>
                <a:ea typeface="Noto Sans KR"/>
                <a:cs typeface="Noto Sans KR"/>
              </a:defRPr>
            </a:lvl7pPr>
            <a:lvl8pPr>
              <a:defRPr sz="2025" b="1">
                <a:solidFill>
                  <a:srgbClr val="18243B"/>
                </a:solidFill>
                <a:latin typeface="Noto Sans KR"/>
                <a:ea typeface="Noto Sans KR"/>
                <a:cs typeface="Noto Sans KR"/>
              </a:defRPr>
            </a:lvl8pPr>
            <a:lvl9pPr>
              <a:defRPr sz="2025" b="1">
                <a:solidFill>
                  <a:srgbClr val="18243B"/>
                </a:solidFill>
                <a:latin typeface="Noto Sans KR"/>
                <a:ea typeface="Noto Sans KR"/>
                <a:cs typeface="Noto Sans KR"/>
              </a:defRPr>
            </a:lvl9pPr>
          </a:lstStyle>
          <a:p xmlns:a="http://schemas.openxmlformats.org/drawingml/2006/main">
            <a:pPr>
              <a:defRPr sz="2025" b="1">
                <a:solidFill>
                  <a:srgbClr val="18243B"/>
                </a:solidFill>
                <a:latin typeface="Noto Sans KR"/>
                <a:ea typeface="Noto Sans KR"/>
                <a:cs typeface="Noto Sans KR"/>
              </a:defRPr>
            </a:pPr>
            <a:r>
              <a:rPr sz="2025" b="1">
                <a:solidFill>
                  <a:srgbClr val="18243B"/>
                </a:solidFill>
                <a:latin typeface="Noto Sans KR"/>
                <a:ea typeface="Noto Sans KR"/>
                <a:cs typeface="Noto Sans KR"/>
              </a:rPr>
              <a:t>화면의 단순함과 복습의 근거를 함께 고려해야 합니다.</a:t>
            </a:r>
          </a:p>
        </p:txBody>
      </p:sp>
      <p:sp>
        <p:nvSpPr>
          <p:cNvPr id="6" name="">
            <a:extLst xmlns:a="http://schemas.openxmlformats.org/drawingml/2006/main">
              <a:ext uri="{FF2B5EF4-FFF2-40B4-BE49-F238E27FC236}">
                <a16:creationId xmlns:a16="http://schemas.microsoft.com/office/drawing/2014/main" id="{F1D5F818-66C6-4C7E-9409-59F08CA0377A}"/>
              </a:ext>
            </a:extLst>
          </p:cNvPr>
          <p:cNvSpPr>
            <a:spLocks xmlns:a="http://schemas.openxmlformats.org/drawingml/2006/main" noGrp="1"/>
          </p:cNvSpPr>
          <p:nvPr/>
        </p:nvSpPr>
        <p:spPr>
          <a:xfrm xmlns:a="http://schemas.openxmlformats.org/drawingml/2006/main">
            <a:off x="381000" y="2476500"/>
            <a:ext cx="809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243B"/>
                </a:solidFill>
                <a:latin typeface="Noto Sans KR"/>
                <a:ea typeface="Noto Sans KR"/>
                <a:cs typeface="Noto Sans KR"/>
              </a:defRPr>
            </a:defPPr>
            <a:lvl1pPr>
              <a:defRPr sz="1725" b="0">
                <a:solidFill>
                  <a:srgbClr val="18243B"/>
                </a:solidFill>
                <a:latin typeface="Noto Sans KR"/>
                <a:ea typeface="Noto Sans KR"/>
                <a:cs typeface="Noto Sans KR"/>
              </a:defRPr>
            </a:lvl1pPr>
            <a:lvl2pPr>
              <a:defRPr sz="1725" b="0">
                <a:solidFill>
                  <a:srgbClr val="18243B"/>
                </a:solidFill>
                <a:latin typeface="Noto Sans KR"/>
                <a:ea typeface="Noto Sans KR"/>
                <a:cs typeface="Noto Sans KR"/>
              </a:defRPr>
            </a:lvl2pPr>
            <a:lvl3pPr>
              <a:defRPr sz="1725" b="0">
                <a:solidFill>
                  <a:srgbClr val="18243B"/>
                </a:solidFill>
                <a:latin typeface="Noto Sans KR"/>
                <a:ea typeface="Noto Sans KR"/>
                <a:cs typeface="Noto Sans KR"/>
              </a:defRPr>
            </a:lvl3pPr>
            <a:lvl4pPr>
              <a:defRPr sz="1725" b="0">
                <a:solidFill>
                  <a:srgbClr val="18243B"/>
                </a:solidFill>
                <a:latin typeface="Noto Sans KR"/>
                <a:ea typeface="Noto Sans KR"/>
                <a:cs typeface="Noto Sans KR"/>
              </a:defRPr>
            </a:lvl4pPr>
            <a:lvl5pPr>
              <a:defRPr sz="1725" b="0">
                <a:solidFill>
                  <a:srgbClr val="18243B"/>
                </a:solidFill>
                <a:latin typeface="Noto Sans KR"/>
                <a:ea typeface="Noto Sans KR"/>
                <a:cs typeface="Noto Sans KR"/>
              </a:defRPr>
            </a:lvl5pPr>
            <a:lvl6pPr>
              <a:defRPr sz="1725" b="0">
                <a:solidFill>
                  <a:srgbClr val="18243B"/>
                </a:solidFill>
                <a:latin typeface="Noto Sans KR"/>
                <a:ea typeface="Noto Sans KR"/>
                <a:cs typeface="Noto Sans KR"/>
              </a:defRPr>
            </a:lvl6pPr>
            <a:lvl7pPr>
              <a:defRPr sz="1725" b="0">
                <a:solidFill>
                  <a:srgbClr val="18243B"/>
                </a:solidFill>
                <a:latin typeface="Noto Sans KR"/>
                <a:ea typeface="Noto Sans KR"/>
                <a:cs typeface="Noto Sans KR"/>
              </a:defRPr>
            </a:lvl7pPr>
            <a:lvl8pPr>
              <a:defRPr sz="1725" b="0">
                <a:solidFill>
                  <a:srgbClr val="18243B"/>
                </a:solidFill>
                <a:latin typeface="Noto Sans KR"/>
                <a:ea typeface="Noto Sans KR"/>
                <a:cs typeface="Noto Sans KR"/>
              </a:defRPr>
            </a:lvl8pPr>
            <a:lvl9pPr>
              <a:defRPr sz="1725" b="0">
                <a:solidFill>
                  <a:srgbClr val="18243B"/>
                </a:solidFill>
                <a:latin typeface="Noto Sans KR"/>
                <a:ea typeface="Noto Sans KR"/>
                <a:cs typeface="Noto Sans KR"/>
              </a:defRPr>
            </a:lvl9pPr>
          </a:lstStyle>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이번 판단</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원문을 숨기지 않고 읽기 순서를 정리했습니다.</a:t>
            </a:r>
          </a:p>
          <a:p xmlns:a="http://schemas.openxmlformats.org/drawingml/2006/main">
            <a:r>
              <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다음 검증</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학습자가 정답과 근거를 찾는 시간을 관찰해</a:t>
            </a:r>
          </a:p>
          <a:p xmlns:a="http://schemas.openxmlformats.org/drawingml/2006/main">
            <a:pPr>
              <a:defRPr sz="1725" b="0">
                <a:solidFill>
                  <a:srgbClr val="18243B"/>
                </a:solidFill>
                <a:latin typeface="Noto Sans KR"/>
                <a:ea typeface="Noto Sans KR"/>
                <a:cs typeface="Noto Sans KR"/>
              </a:defRPr>
            </a:pPr>
            <a:r>
              <a:rPr sz="1725" b="0">
                <a:solidFill>
                  <a:srgbClr val="18243B"/>
                </a:solidFill>
                <a:latin typeface="Noto Sans KR"/>
                <a:ea typeface="Noto Sans KR"/>
                <a:cs typeface="Noto Sans KR"/>
              </a:rPr>
              <a:t>정보 위계와 스크롤 부담을 평가하겠습니다.</a:t>
            </a:r>
          </a:p>
        </p:txBody>
      </p:sp>
    </p:spTree>
    <p:extLst>
      <p:ext uri="{BB962C8B-B14F-4D97-AF65-F5344CB8AC3E}">
        <p14:creationId xmlns:p14="http://schemas.microsoft.com/office/powerpoint/2010/main" val="6235544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89996B-3A85-4B08-B4D7-2F1BEF5B7169}"/>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Q&amp;A · 2분</a:t>
            </a:r>
          </a:p>
        </p:txBody>
      </p:sp>
      <p:sp>
        <p:nvSpPr>
          <p:cNvPr id="2" name="">
            <a:extLst xmlns:a="http://schemas.openxmlformats.org/drawingml/2006/main">
              <a:ext uri="{FF2B5EF4-FFF2-40B4-BE49-F238E27FC236}">
                <a16:creationId xmlns:a16="http://schemas.microsoft.com/office/drawing/2014/main" id="{4745F8B8-DD8F-4C88-8468-2EF93E7F885D}"/>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질의응답</a:t>
            </a:r>
          </a:p>
        </p:txBody>
      </p:sp>
      <p:sp>
        <p:nvSpPr>
          <p:cNvPr id="3" name="">
            <a:extLst xmlns:a="http://schemas.openxmlformats.org/drawingml/2006/main">
              <a:ext uri="{FF2B5EF4-FFF2-40B4-BE49-F238E27FC236}">
                <a16:creationId xmlns:a16="http://schemas.microsoft.com/office/drawing/2014/main" id="{EFB463E5-B516-4B2A-A72A-FDB07EA98135}"/>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09</a:t>
            </a:r>
          </a:p>
        </p:txBody>
      </p:sp>
      <p:graphicFrame>
        <p:nvGraphicFramePr>
          <p:cNvPr id="4" name="">
            <a:extLst xmlns:a="http://schemas.openxmlformats.org/drawingml/2006/main">
              <a:ext uri="{FF2B5EF4-FFF2-40B4-BE49-F238E27FC236}">
                <a16:creationId xmlns:a16="http://schemas.microsoft.com/office/drawing/2014/main" id="{911994EC-5E59-4C2B-9200-97611FB41B89}"/>
              </a:ext>
            </a:extLst>
          </p:cNvPr>
          <p:cNvGraphicFramePr/>
          <p:nvPr/>
        </p:nvGraphicFramePr>
        <p:xfrm>
          <a:off xmlns:a="http://schemas.openxmlformats.org/drawingml/2006/main" x="381000" y="1190625"/>
          <a:ext xmlns:a="http://schemas.openxmlformats.org/drawingml/2006/main" cx="8382000" cy="3143250"/>
        </p:xfrm>
        <a:graphic xmlns:a="http://schemas.openxmlformats.org/drawingml/2006/main">
          <a:graphicData uri="http://schemas.openxmlformats.org/drawingml/2006/table">
            <a:tbl>
              <a:tblPr/>
              <a:tblGrid>
                <a:gridCol w="2095500"/>
                <a:gridCol w="6286500"/>
              </a:tblGrid>
              <a:tr h="628650">
                <a:tc>
                  <a:txBody>
                    <a:bodyPr/>
                    <a:lstStyle/>
                    <a:p>
                      <a:r>
                        <a:rPr sz="1350" b="1">
                          <a:solidFill>
                            <a:srgbClr val="FFFFFF"/>
                          </a:solidFill>
                          <a:latin typeface="Noto Sans KR"/>
                          <a:ea typeface="Noto Sans KR"/>
                          <a:cs typeface="Noto Sans KR"/>
                        </a:rPr>
                        <a:t>질문</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답변</a:t>
                      </a:r>
                    </a:p>
                  </a:txBody>
                  <a:tcPr marL="91440" marR="91440" marT="45720" marB="45720">
                    <a:solidFill>
                      <a:srgbClr val="18243B"/>
                    </a:solidFill>
                  </a:tcPr>
                </a:tc>
              </a:tr>
              <a:tr h="628650">
                <a:tc>
                  <a:txBody>
                    <a:bodyPr/>
                    <a:lstStyle/>
                    <a:p>
                      <a:r>
                        <a:rPr sz="1350" b="0">
                          <a:solidFill>
                            <a:srgbClr val="18243B"/>
                          </a:solidFill>
                          <a:latin typeface="Noto Sans KR"/>
                          <a:ea typeface="Noto Sans KR"/>
                          <a:cs typeface="Noto Sans KR"/>
                        </a:rPr>
                        <a:t>실제 AI가 동작하나요?</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아니요. 로컬 db.json의 고정 예시를 읽습니다.</a:t>
                      </a:r>
                    </a:p>
                  </a:txBody>
                  <a:tcPr marL="91440" marR="91440" marT="45720" marB="45720">
                    <a:solidFill>
                      <a:srgbClr val="F2F5FA"/>
                    </a:solidFill>
                  </a:tcPr>
                </a:tc>
              </a:tr>
              <a:tr h="628650">
                <a:tc>
                  <a:txBody>
                    <a:bodyPr/>
                    <a:lstStyle/>
                    <a:p>
                      <a:r>
                        <a:rPr sz="1350" b="0">
                          <a:solidFill>
                            <a:srgbClr val="18243B"/>
                          </a:solidFill>
                          <a:latin typeface="Noto Sans KR"/>
                          <a:ea typeface="Noto Sans KR"/>
                          <a:cs typeface="Noto Sans KR"/>
                        </a:rPr>
                        <a:t>모두 보이면 복잡하지 않나요?</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그 반론을 인정하고 정답 우선·영역 구분을 적용했습니다. 효과 검증은 다음 단계입니다.</a:t>
                      </a:r>
                    </a:p>
                  </a:txBody>
                  <a:tcPr marL="91440" marR="91440" marT="45720" marB="45720">
                    <a:solidFill>
                      <a:srgbClr val="FFFFFF"/>
                    </a:solidFill>
                  </a:tcPr>
                </a:tc>
              </a:tr>
              <a:tr h="628650">
                <a:tc>
                  <a:txBody>
                    <a:bodyPr/>
                    <a:lstStyle/>
                    <a:p>
                      <a:r>
                        <a:rPr sz="1350" b="0">
                          <a:solidFill>
                            <a:srgbClr val="18243B"/>
                          </a:solidFill>
                          <a:latin typeface="Noto Sans KR"/>
                          <a:ea typeface="Noto Sans KR"/>
                          <a:cs typeface="Noto Sans KR"/>
                        </a:rPr>
                        <a:t>Knowt의 오류 원인을 찾았나요?</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아니요. 리뷰 경험을 v2 설계의 가설로 연결했습니다.</a:t>
                      </a:r>
                    </a:p>
                  </a:txBody>
                  <a:tcPr marL="91440" marR="91440" marT="45720" marB="45720">
                    <a:solidFill>
                      <a:srgbClr val="F2F5FA"/>
                    </a:solidFill>
                  </a:tcPr>
                </a:tc>
              </a:tr>
              <a:tr h="628650">
                <a:tc>
                  <a:txBody>
                    <a:bodyPr/>
                    <a:lstStyle/>
                    <a:p>
                      <a:r>
                        <a:rPr sz="1350" b="0">
                          <a:solidFill>
                            <a:srgbClr val="18243B"/>
                          </a:solidFill>
                          <a:latin typeface="Noto Sans KR"/>
                          <a:ea typeface="Noto Sans KR"/>
                          <a:cs typeface="Noto Sans KR"/>
                        </a:rPr>
                        <a:t>실제 점수인가요?</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선택과 무관한 고정 결과입니다. 채점·저장은 없습니다.</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163090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0AF03A-25C6-4127-8DF7-742BB7EEBC03}"/>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B1 · 실제 브라우저 실행</a:t>
            </a:r>
          </a:p>
        </p:txBody>
      </p:sp>
      <p:sp>
        <p:nvSpPr>
          <p:cNvPr id="2" name="">
            <a:extLst xmlns:a="http://schemas.openxmlformats.org/drawingml/2006/main">
              <a:ext uri="{FF2B5EF4-FFF2-40B4-BE49-F238E27FC236}">
                <a16:creationId xmlns:a16="http://schemas.microsoft.com/office/drawing/2014/main" id="{221BF3CD-816F-45D1-B02C-81F8F78D1025}"/>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전체 화면</a:t>
            </a:r>
          </a:p>
        </p:txBody>
      </p:sp>
      <p:sp>
        <p:nvSpPr>
          <p:cNvPr id="3" name="">
            <a:extLst xmlns:a="http://schemas.openxmlformats.org/drawingml/2006/main">
              <a:ext uri="{FF2B5EF4-FFF2-40B4-BE49-F238E27FC236}">
                <a16:creationId xmlns:a16="http://schemas.microsoft.com/office/drawing/2014/main" id="{C1210FE4-D48B-414B-835D-308E19DF9DE9}"/>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10</a:t>
            </a:r>
          </a:p>
        </p:txBody>
      </p:sp>
      <p:pic>
        <p:nvPicPr>
          <p:cNvPr id="4" name="">
            <a:extLst xmlns:a="http://schemas.openxmlformats.org/drawingml/2006/main">
              <a:ext uri="{FF2B5EF4-FFF2-40B4-BE49-F238E27FC236}">
                <a16:creationId xmlns:a16="http://schemas.microsoft.com/office/drawing/2014/main" id="{31C04474-5484-4682-A76E-DEFF2EBB8418}"/>
              </a:ext>
            </a:extLst>
          </p:cNvPr>
          <p:cNvPicPr>
            <a:picLocks xmlns:a="http://schemas.openxmlformats.org/drawingml/2006/main" noChangeAspect="1"/>
          </p:cNvPicPr>
          <p:nvPr/>
        </p:nvPicPr>
        <p:blipFill>
          <a:blip xmlns:r="http://schemas.openxmlformats.org/officeDocument/2006/relationships" xmlns:a="http://schemas.openxmlformats.org/drawingml/2006/main" r:embed="R2d22821581244915"/>
          <a:stretch xmlns:a="http://schemas.openxmlformats.org/drawingml/2006/main"/>
        </p:blipFill>
        <p:spPr>
          <a:xfrm xmlns:a="http://schemas.openxmlformats.org/drawingml/2006/main">
            <a:off x="587074" y="1143000"/>
            <a:ext cx="1540477" cy="3333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5FB54D7-E0A3-4FD9-ABE0-2D437529A8AA}"/>
              </a:ext>
            </a:extLst>
          </p:cNvPr>
          <p:cNvPicPr>
            <a:picLocks xmlns:a="http://schemas.openxmlformats.org/drawingml/2006/main" noChangeAspect="1"/>
          </p:cNvPicPr>
          <p:nvPr/>
        </p:nvPicPr>
        <p:blipFill>
          <a:blip xmlns:r="http://schemas.openxmlformats.org/officeDocument/2006/relationships" xmlns:a="http://schemas.openxmlformats.org/drawingml/2006/main" r:embed="R4a37a3d149a04303"/>
          <a:stretch xmlns:a="http://schemas.openxmlformats.org/drawingml/2006/main"/>
        </p:blipFill>
        <p:spPr>
          <a:xfrm xmlns:a="http://schemas.openxmlformats.org/drawingml/2006/main">
            <a:off x="2730199" y="1143000"/>
            <a:ext cx="1540477" cy="3333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454525E-42A2-4368-BE16-5DAEC44AB90A}"/>
              </a:ext>
            </a:extLst>
          </p:cNvPr>
          <p:cNvPicPr>
            <a:picLocks xmlns:a="http://schemas.openxmlformats.org/drawingml/2006/main" noChangeAspect="1"/>
          </p:cNvPicPr>
          <p:nvPr/>
        </p:nvPicPr>
        <p:blipFill>
          <a:blip xmlns:r="http://schemas.openxmlformats.org/officeDocument/2006/relationships" xmlns:a="http://schemas.openxmlformats.org/drawingml/2006/main" r:embed="R4c1e76a639ac4860"/>
          <a:stretch xmlns:a="http://schemas.openxmlformats.org/drawingml/2006/main"/>
        </p:blipFill>
        <p:spPr>
          <a:xfrm xmlns:a="http://schemas.openxmlformats.org/drawingml/2006/main">
            <a:off x="4873324" y="1143000"/>
            <a:ext cx="1540477" cy="3333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23B93DA-C23A-4A70-AB57-E09896095ED6}"/>
              </a:ext>
            </a:extLst>
          </p:cNvPr>
          <p:cNvPicPr>
            <a:picLocks xmlns:a="http://schemas.openxmlformats.org/drawingml/2006/main" noChangeAspect="1"/>
          </p:cNvPicPr>
          <p:nvPr/>
        </p:nvPicPr>
        <p:blipFill>
          <a:blip xmlns:r="http://schemas.openxmlformats.org/officeDocument/2006/relationships" xmlns:a="http://schemas.openxmlformats.org/drawingml/2006/main" r:embed="R75dbfcb940df4eea"/>
          <a:stretch xmlns:a="http://schemas.openxmlformats.org/drawingml/2006/main"/>
        </p:blipFill>
        <p:spPr>
          <a:xfrm xmlns:a="http://schemas.openxmlformats.org/drawingml/2006/main">
            <a:off x="7016449" y="1143000"/>
            <a:ext cx="1540477" cy="3333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005591D-2904-4E01-8EE5-BA2219194E51}"/>
              </a:ext>
            </a:extLst>
          </p:cNvPr>
          <p:cNvSpPr>
            <a:spLocks xmlns:a="http://schemas.openxmlformats.org/drawingml/2006/main" noGrp="1"/>
          </p:cNvSpPr>
          <p:nvPr/>
        </p:nvSpPr>
        <p:spPr>
          <a:xfrm xmlns:a="http://schemas.openxmlformats.org/drawingml/2006/main">
            <a:off x="381000" y="4524375"/>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F609B"/>
                </a:solidFill>
                <a:latin typeface="Noto Sans KR"/>
                <a:ea typeface="Noto Sans KR"/>
                <a:cs typeface="Noto Sans KR"/>
              </a:defRPr>
            </a:defPPr>
            <a:lvl1pPr>
              <a:defRPr sz="1125" b="0">
                <a:solidFill>
                  <a:srgbClr val="4F609B"/>
                </a:solidFill>
                <a:latin typeface="Noto Sans KR"/>
                <a:ea typeface="Noto Sans KR"/>
                <a:cs typeface="Noto Sans KR"/>
              </a:defRPr>
            </a:lvl1pPr>
            <a:lvl2pPr>
              <a:defRPr sz="1125" b="0">
                <a:solidFill>
                  <a:srgbClr val="4F609B"/>
                </a:solidFill>
                <a:latin typeface="Noto Sans KR"/>
                <a:ea typeface="Noto Sans KR"/>
                <a:cs typeface="Noto Sans KR"/>
              </a:defRPr>
            </a:lvl2pPr>
            <a:lvl3pPr>
              <a:defRPr sz="1125" b="0">
                <a:solidFill>
                  <a:srgbClr val="4F609B"/>
                </a:solidFill>
                <a:latin typeface="Noto Sans KR"/>
                <a:ea typeface="Noto Sans KR"/>
                <a:cs typeface="Noto Sans KR"/>
              </a:defRPr>
            </a:lvl3pPr>
            <a:lvl4pPr>
              <a:defRPr sz="1125" b="0">
                <a:solidFill>
                  <a:srgbClr val="4F609B"/>
                </a:solidFill>
                <a:latin typeface="Noto Sans KR"/>
                <a:ea typeface="Noto Sans KR"/>
                <a:cs typeface="Noto Sans KR"/>
              </a:defRPr>
            </a:lvl4pPr>
            <a:lvl5pPr>
              <a:defRPr sz="1125" b="0">
                <a:solidFill>
                  <a:srgbClr val="4F609B"/>
                </a:solidFill>
                <a:latin typeface="Noto Sans KR"/>
                <a:ea typeface="Noto Sans KR"/>
                <a:cs typeface="Noto Sans KR"/>
              </a:defRPr>
            </a:lvl5pPr>
            <a:lvl6pPr>
              <a:defRPr sz="1125" b="0">
                <a:solidFill>
                  <a:srgbClr val="4F609B"/>
                </a:solidFill>
                <a:latin typeface="Noto Sans KR"/>
                <a:ea typeface="Noto Sans KR"/>
                <a:cs typeface="Noto Sans KR"/>
              </a:defRPr>
            </a:lvl6pPr>
            <a:lvl7pPr>
              <a:defRPr sz="1125" b="0">
                <a:solidFill>
                  <a:srgbClr val="4F609B"/>
                </a:solidFill>
                <a:latin typeface="Noto Sans KR"/>
                <a:ea typeface="Noto Sans KR"/>
                <a:cs typeface="Noto Sans KR"/>
              </a:defRPr>
            </a:lvl7pPr>
            <a:lvl8pPr>
              <a:defRPr sz="1125" b="0">
                <a:solidFill>
                  <a:srgbClr val="4F609B"/>
                </a:solidFill>
                <a:latin typeface="Noto Sans KR"/>
                <a:ea typeface="Noto Sans KR"/>
                <a:cs typeface="Noto Sans KR"/>
              </a:defRPr>
            </a:lvl8pPr>
            <a:lvl9pPr>
              <a:defRPr sz="1125" b="0">
                <a:solidFill>
                  <a:srgbClr val="4F609B"/>
                </a:solidFill>
                <a:latin typeface="Noto Sans KR"/>
                <a:ea typeface="Noto Sans KR"/>
                <a:cs typeface="Noto Sans KR"/>
              </a:defRPr>
            </a:lvl9pPr>
          </a:lstStyle>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I 입력                     Q 퀴즈                     E 해설                     R 결과</a:t>
            </a:r>
          </a:p>
        </p:txBody>
      </p:sp>
    </p:spTree>
    <p:extLst>
      <p:ext uri="{BB962C8B-B14F-4D97-AF65-F5344CB8AC3E}">
        <p14:creationId xmlns:p14="http://schemas.microsoft.com/office/powerpoint/2010/main" val="18365130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2CA963-71C7-4265-859B-5D4F5A1105A0}"/>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B1 · 위젯 테스트 / 실제 브라우저</a:t>
            </a:r>
          </a:p>
        </p:txBody>
      </p:sp>
      <p:sp>
        <p:nvSpPr>
          <p:cNvPr id="2" name="">
            <a:extLst xmlns:a="http://schemas.openxmlformats.org/drawingml/2006/main">
              <a:ext uri="{FF2B5EF4-FFF2-40B4-BE49-F238E27FC236}">
                <a16:creationId xmlns:a16="http://schemas.microsoft.com/office/drawing/2014/main" id="{0AC6824F-326D-4AD9-802B-75923626D6D6}"/>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3상태와 적응형</a:t>
            </a:r>
          </a:p>
        </p:txBody>
      </p:sp>
      <p:sp>
        <p:nvSpPr>
          <p:cNvPr id="3" name="">
            <a:extLst xmlns:a="http://schemas.openxmlformats.org/drawingml/2006/main">
              <a:ext uri="{FF2B5EF4-FFF2-40B4-BE49-F238E27FC236}">
                <a16:creationId xmlns:a16="http://schemas.microsoft.com/office/drawing/2014/main" id="{1F7F9949-AD88-4099-BF60-A8449F33F194}"/>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11</a:t>
            </a:r>
          </a:p>
        </p:txBody>
      </p:sp>
      <p:pic>
        <p:nvPicPr>
          <p:cNvPr id="4" name="">
            <a:extLst xmlns:a="http://schemas.openxmlformats.org/drawingml/2006/main">
              <a:ext uri="{FF2B5EF4-FFF2-40B4-BE49-F238E27FC236}">
                <a16:creationId xmlns:a16="http://schemas.microsoft.com/office/drawing/2014/main" id="{7050C0F6-DE5C-434E-A8EB-D7FA5AD468DF}"/>
              </a:ext>
            </a:extLst>
          </p:cNvPr>
          <p:cNvPicPr>
            <a:picLocks xmlns:a="http://schemas.openxmlformats.org/drawingml/2006/main" noChangeAspect="1"/>
          </p:cNvPicPr>
          <p:nvPr/>
        </p:nvPicPr>
        <p:blipFill>
          <a:blip xmlns:r="http://schemas.openxmlformats.org/officeDocument/2006/relationships" xmlns:a="http://schemas.openxmlformats.org/drawingml/2006/main" r:embed="Rf2dfcac6ddfd42d4"/>
          <a:stretch xmlns:a="http://schemas.openxmlformats.org/drawingml/2006/main"/>
        </p:blipFill>
        <p:spPr>
          <a:xfrm xmlns:a="http://schemas.openxmlformats.org/drawingml/2006/main">
            <a:off x="460789" y="1190625"/>
            <a:ext cx="1364422" cy="2952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AF82F15-8922-459A-A435-7A60BFFEACD6}"/>
              </a:ext>
            </a:extLst>
          </p:cNvPr>
          <p:cNvPicPr>
            <a:picLocks xmlns:a="http://schemas.openxmlformats.org/drawingml/2006/main" noChangeAspect="1"/>
          </p:cNvPicPr>
          <p:nvPr/>
        </p:nvPicPr>
        <p:blipFill>
          <a:blip xmlns:r="http://schemas.openxmlformats.org/officeDocument/2006/relationships" xmlns:a="http://schemas.openxmlformats.org/drawingml/2006/main" r:embed="Raf803537147d4792"/>
          <a:stretch xmlns:a="http://schemas.openxmlformats.org/drawingml/2006/main"/>
        </p:blipFill>
        <p:spPr>
          <a:xfrm xmlns:a="http://schemas.openxmlformats.org/drawingml/2006/main">
            <a:off x="2175289" y="1190625"/>
            <a:ext cx="1364422" cy="2952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7984DF8-DD7B-4CAB-A129-FE7A92934601}"/>
              </a:ext>
            </a:extLst>
          </p:cNvPr>
          <p:cNvPicPr>
            <a:picLocks xmlns:a="http://schemas.openxmlformats.org/drawingml/2006/main" noChangeAspect="1"/>
          </p:cNvPicPr>
          <p:nvPr/>
        </p:nvPicPr>
        <p:blipFill>
          <a:blip xmlns:r="http://schemas.openxmlformats.org/officeDocument/2006/relationships" xmlns:a="http://schemas.openxmlformats.org/drawingml/2006/main" r:embed="Rce8dc1d7322548b3"/>
          <a:stretch xmlns:a="http://schemas.openxmlformats.org/drawingml/2006/main"/>
        </p:blipFill>
        <p:spPr>
          <a:xfrm xmlns:a="http://schemas.openxmlformats.org/drawingml/2006/main">
            <a:off x="3889789" y="1190625"/>
            <a:ext cx="1364422" cy="2952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1F29448-7E21-435B-8AF4-11CE70D0569C}"/>
              </a:ext>
            </a:extLst>
          </p:cNvPr>
          <p:cNvPicPr>
            <a:picLocks xmlns:a="http://schemas.openxmlformats.org/drawingml/2006/main" noChangeAspect="1"/>
          </p:cNvPicPr>
          <p:nvPr/>
        </p:nvPicPr>
        <p:blipFill>
          <a:blip xmlns:r="http://schemas.openxmlformats.org/officeDocument/2006/relationships" xmlns:a="http://schemas.openxmlformats.org/drawingml/2006/main" r:embed="R7fcefc0f2425451e"/>
          <a:stretch xmlns:a="http://schemas.openxmlformats.org/drawingml/2006/main"/>
        </p:blipFill>
        <p:spPr>
          <a:xfrm xmlns:a="http://schemas.openxmlformats.org/drawingml/2006/main">
            <a:off x="6435045" y="1428750"/>
            <a:ext cx="1512661" cy="2190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DC4A439-A768-4DB1-AEC2-073241C98D32}"/>
              </a:ext>
            </a:extLst>
          </p:cNvPr>
          <p:cNvSpPr>
            <a:spLocks xmlns:a="http://schemas.openxmlformats.org/drawingml/2006/main" noGrp="1"/>
          </p:cNvSpPr>
          <p:nvPr/>
        </p:nvSpPr>
        <p:spPr>
          <a:xfrm xmlns:a="http://schemas.openxmlformats.org/drawingml/2006/main">
            <a:off x="381000" y="4333875"/>
            <a:ext cx="838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F609B"/>
                </a:solidFill>
                <a:latin typeface="Noto Sans KR"/>
                <a:ea typeface="Noto Sans KR"/>
                <a:cs typeface="Noto Sans KR"/>
              </a:defRPr>
            </a:defPPr>
            <a:lvl1pPr>
              <a:defRPr sz="1125" b="0">
                <a:solidFill>
                  <a:srgbClr val="4F609B"/>
                </a:solidFill>
                <a:latin typeface="Noto Sans KR"/>
                <a:ea typeface="Noto Sans KR"/>
                <a:cs typeface="Noto Sans KR"/>
              </a:defRPr>
            </a:lvl1pPr>
            <a:lvl2pPr>
              <a:defRPr sz="1125" b="0">
                <a:solidFill>
                  <a:srgbClr val="4F609B"/>
                </a:solidFill>
                <a:latin typeface="Noto Sans KR"/>
                <a:ea typeface="Noto Sans KR"/>
                <a:cs typeface="Noto Sans KR"/>
              </a:defRPr>
            </a:lvl2pPr>
            <a:lvl3pPr>
              <a:defRPr sz="1125" b="0">
                <a:solidFill>
                  <a:srgbClr val="4F609B"/>
                </a:solidFill>
                <a:latin typeface="Noto Sans KR"/>
                <a:ea typeface="Noto Sans KR"/>
                <a:cs typeface="Noto Sans KR"/>
              </a:defRPr>
            </a:lvl3pPr>
            <a:lvl4pPr>
              <a:defRPr sz="1125" b="0">
                <a:solidFill>
                  <a:srgbClr val="4F609B"/>
                </a:solidFill>
                <a:latin typeface="Noto Sans KR"/>
                <a:ea typeface="Noto Sans KR"/>
                <a:cs typeface="Noto Sans KR"/>
              </a:defRPr>
            </a:lvl4pPr>
            <a:lvl5pPr>
              <a:defRPr sz="1125" b="0">
                <a:solidFill>
                  <a:srgbClr val="4F609B"/>
                </a:solidFill>
                <a:latin typeface="Noto Sans KR"/>
                <a:ea typeface="Noto Sans KR"/>
                <a:cs typeface="Noto Sans KR"/>
              </a:defRPr>
            </a:lvl5pPr>
            <a:lvl6pPr>
              <a:defRPr sz="1125" b="0">
                <a:solidFill>
                  <a:srgbClr val="4F609B"/>
                </a:solidFill>
                <a:latin typeface="Noto Sans KR"/>
                <a:ea typeface="Noto Sans KR"/>
                <a:cs typeface="Noto Sans KR"/>
              </a:defRPr>
            </a:lvl6pPr>
            <a:lvl7pPr>
              <a:defRPr sz="1125" b="0">
                <a:solidFill>
                  <a:srgbClr val="4F609B"/>
                </a:solidFill>
                <a:latin typeface="Noto Sans KR"/>
                <a:ea typeface="Noto Sans KR"/>
                <a:cs typeface="Noto Sans KR"/>
              </a:defRPr>
            </a:lvl7pPr>
            <a:lvl8pPr>
              <a:defRPr sz="1125" b="0">
                <a:solidFill>
                  <a:srgbClr val="4F609B"/>
                </a:solidFill>
                <a:latin typeface="Noto Sans KR"/>
                <a:ea typeface="Noto Sans KR"/>
                <a:cs typeface="Noto Sans KR"/>
              </a:defRPr>
            </a:lvl8pPr>
            <a:lvl9pPr>
              <a:defRPr sz="1125" b="0">
                <a:solidFill>
                  <a:srgbClr val="4F609B"/>
                </a:solidFill>
                <a:latin typeface="Noto Sans KR"/>
                <a:ea typeface="Noto Sans KR"/>
                <a:cs typeface="Noto Sans KR"/>
              </a:defRPr>
            </a:lvl9pPr>
          </a:lstStyle>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로딩 / 오류·재시도 / 빈 목록: 위젯 테스트 렌더링</a:t>
            </a:r>
          </a:p>
          <a:p xmlns:a="http://schemas.openxmlformats.org/drawingml/2006/main">
            <a:pPr>
              <a:defRPr sz="1125" b="0">
                <a:solidFill>
                  <a:srgbClr val="4F609B"/>
                </a:solidFill>
                <a:latin typeface="Noto Sans KR"/>
                <a:ea typeface="Noto Sans KR"/>
                <a:cs typeface="Noto Sans KR"/>
              </a:defRPr>
            </a:pPr>
            <a:r>
              <a:rPr sz="1125" b="0">
                <a:solidFill>
                  <a:srgbClr val="4F609B"/>
                </a:solidFill>
                <a:latin typeface="Noto Sans KR"/>
                <a:ea typeface="Noto Sans KR"/>
                <a:cs typeface="Noto Sans KR"/>
              </a:rPr>
              <a:t>넓은 화면: 실제 브라우저 캡처. 실제 GET은 브라우저에서 확인.</a:t>
            </a:r>
          </a:p>
        </p:txBody>
      </p:sp>
    </p:spTree>
    <p:extLst>
      <p:ext uri="{BB962C8B-B14F-4D97-AF65-F5344CB8AC3E}">
        <p14:creationId xmlns:p14="http://schemas.microsoft.com/office/powerpoint/2010/main" val="5267004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CDD07E-BBCA-4C6D-AE5F-6EF5B3B05B36}"/>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B2</a:t>
            </a:r>
          </a:p>
        </p:txBody>
      </p:sp>
      <p:sp>
        <p:nvSpPr>
          <p:cNvPr id="2" name="">
            <a:extLst xmlns:a="http://schemas.openxmlformats.org/drawingml/2006/main">
              <a:ext uri="{FF2B5EF4-FFF2-40B4-BE49-F238E27FC236}">
                <a16:creationId xmlns:a16="http://schemas.microsoft.com/office/drawing/2014/main" id="{429A66A1-CD19-4703-AB5E-59FC8FB38FF5}"/>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원칙 카드</a:t>
            </a:r>
          </a:p>
        </p:txBody>
      </p:sp>
      <p:sp>
        <p:nvSpPr>
          <p:cNvPr id="3" name="">
            <a:extLst xmlns:a="http://schemas.openxmlformats.org/drawingml/2006/main">
              <a:ext uri="{FF2B5EF4-FFF2-40B4-BE49-F238E27FC236}">
                <a16:creationId xmlns:a16="http://schemas.microsoft.com/office/drawing/2014/main" id="{F8969BFB-9ED5-4FBD-A57F-5737C211F343}"/>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12</a:t>
            </a:r>
          </a:p>
        </p:txBody>
      </p:sp>
      <p:graphicFrame>
        <p:nvGraphicFramePr>
          <p:cNvPr id="4" name="">
            <a:extLst xmlns:a="http://schemas.openxmlformats.org/drawingml/2006/main">
              <a:ext uri="{FF2B5EF4-FFF2-40B4-BE49-F238E27FC236}">
                <a16:creationId xmlns:a16="http://schemas.microsoft.com/office/drawing/2014/main" id="{F2453796-959F-4757-BCD5-C5802CA00433}"/>
              </a:ext>
            </a:extLst>
          </p:cNvPr>
          <p:cNvGraphicFramePr/>
          <p:nvPr/>
        </p:nvGraphicFramePr>
        <p:xfrm>
          <a:off xmlns:a="http://schemas.openxmlformats.org/drawingml/2006/main" x="381000" y="1190625"/>
          <a:ext xmlns:a="http://schemas.openxmlformats.org/drawingml/2006/main" cx="8382000" cy="2952750"/>
        </p:xfrm>
        <a:graphic xmlns:a="http://schemas.openxmlformats.org/drawingml/2006/main">
          <a:graphicData uri="http://schemas.openxmlformats.org/drawingml/2006/table">
            <a:tbl>
              <a:tblPr/>
              <a:tblGrid>
                <a:gridCol w="714375"/>
                <a:gridCol w="1905000"/>
                <a:gridCol w="1809750"/>
                <a:gridCol w="1905000"/>
                <a:gridCol w="2047875"/>
              </a:tblGrid>
              <a:tr h="590550">
                <a:tc>
                  <a:txBody>
                    <a:bodyPr/>
                    <a:lstStyle/>
                    <a:p>
                      <a:r>
                        <a:rPr sz="1200" b="1">
                          <a:solidFill>
                            <a:srgbClr val="FFFFFF"/>
                          </a:solidFill>
                          <a:latin typeface="Noto Sans KR"/>
                          <a:ea typeface="Noto Sans KR"/>
                          <a:cs typeface="Noto Sans KR"/>
                        </a:rPr>
                        <a:t>원칙</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근거</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적용</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시연</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판단</a:t>
                      </a:r>
                    </a:p>
                  </a:txBody>
                  <a:tcPr marL="91440" marR="91440" marT="45720" marB="45720">
                    <a:solidFill>
                      <a:srgbClr val="18243B"/>
                    </a:solidFill>
                  </a:tcPr>
                </a:tc>
              </a:tr>
              <a:tr h="590550">
                <a:tc>
                  <a:txBody>
                    <a:bodyPr/>
                    <a:lstStyle/>
                    <a:p>
                      <a:r>
                        <a:rPr sz="1200" b="0">
                          <a:solidFill>
                            <a:srgbClr val="18243B"/>
                          </a:solidFill>
                          <a:latin typeface="Noto Sans KR"/>
                          <a:ea typeface="Noto Sans KR"/>
                          <a:cs typeface="Noto Sans KR"/>
                        </a:rPr>
                        <a:t>P01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처리 상태 인지</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Q-1 / C-1·3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진행·3상태</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구분 유지</a:t>
                      </a:r>
                    </a:p>
                  </a:txBody>
                  <a:tcPr marL="91440" marR="91440" marT="45720" marB="45720">
                    <a:solidFill>
                      <a:srgbClr val="F2F5FA"/>
                    </a:solidFill>
                  </a:tcPr>
                </a:tc>
              </a:tr>
              <a:tr h="590550">
                <a:tc>
                  <a:txBody>
                    <a:bodyPr/>
                    <a:lstStyle/>
                    <a:p>
                      <a:r>
                        <a:rPr sz="1200" b="0">
                          <a:solidFill>
                            <a:srgbClr val="18243B"/>
                          </a:solidFill>
                          <a:latin typeface="Noto Sans KR"/>
                          <a:ea typeface="Noto Sans KR"/>
                          <a:cs typeface="Noto Sans KR"/>
                        </a:rPr>
                        <a:t>P04</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R06 보기 불일치</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Q-2 / E-2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같은 문항</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별도 답 목록 폐기</a:t>
                      </a:r>
                    </a:p>
                  </a:txBody>
                  <a:tcPr marL="91440" marR="91440" marT="45720" marB="45720">
                    <a:solidFill>
                      <a:srgbClr val="FFFFFF"/>
                    </a:solidFill>
                  </a:tcPr>
                </a:tc>
              </a:tr>
              <a:tr h="590550">
                <a:tc>
                  <a:txBody>
                    <a:bodyPr/>
                    <a:lstStyle/>
                    <a:p>
                      <a:r>
                        <a:rPr sz="1200" b="0">
                          <a:solidFill>
                            <a:srgbClr val="18243B"/>
                          </a:solidFill>
                          <a:latin typeface="Noto Sans KR"/>
                          <a:ea typeface="Noto Sans KR"/>
                          <a:cs typeface="Noto Sans KR"/>
                        </a:rPr>
                        <a:t>P06</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학생 상시 표시 선택</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E-3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원문 상시 표시</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접기 폐기</a:t>
                      </a:r>
                    </a:p>
                  </a:txBody>
                  <a:tcPr marL="91440" marR="91440" marT="45720" marB="45720">
                    <a:solidFill>
                      <a:srgbClr val="F2F5FA"/>
                    </a:solidFill>
                  </a:tcPr>
                </a:tc>
              </a:tr>
              <a:tr h="590550">
                <a:tc>
                  <a:txBody>
                    <a:bodyPr/>
                    <a:lstStyle/>
                    <a:p>
                      <a:r>
                        <a:rPr sz="1200" b="0">
                          <a:solidFill>
                            <a:srgbClr val="18243B"/>
                          </a:solidFill>
                          <a:latin typeface="Noto Sans KR"/>
                          <a:ea typeface="Noto Sans KR"/>
                          <a:cs typeface="Noto Sans KR"/>
                        </a:rPr>
                        <a:t>P09</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R23 간접 근거</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C-2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실패 후 재시도</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지속 복구 안내</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1AD4AED-4D96-4834-8176-301FDD672470}"/>
              </a:ext>
            </a:extLst>
          </p:cNvPr>
          <p:cNvSpPr>
            <a:spLocks xmlns:a="http://schemas.openxmlformats.org/drawingml/2006/main" noGrp="1"/>
          </p:cNvSpPr>
          <p:nvPr/>
        </p:nvSpPr>
        <p:spPr>
          <a:xfrm xmlns:a="http://schemas.openxmlformats.org/drawingml/2006/main">
            <a:off x="381000" y="4381500"/>
            <a:ext cx="838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4F609B"/>
                </a:solidFill>
                <a:latin typeface="Noto Sans KR"/>
                <a:ea typeface="Noto Sans KR"/>
                <a:cs typeface="Noto Sans KR"/>
              </a:defRPr>
            </a:defPPr>
            <a:lvl1pPr>
              <a:defRPr sz="1050" b="0">
                <a:solidFill>
                  <a:srgbClr val="4F609B"/>
                </a:solidFill>
                <a:latin typeface="Noto Sans KR"/>
                <a:ea typeface="Noto Sans KR"/>
                <a:cs typeface="Noto Sans KR"/>
              </a:defRPr>
            </a:lvl1pPr>
            <a:lvl2pPr>
              <a:defRPr sz="1050" b="0">
                <a:solidFill>
                  <a:srgbClr val="4F609B"/>
                </a:solidFill>
                <a:latin typeface="Noto Sans KR"/>
                <a:ea typeface="Noto Sans KR"/>
                <a:cs typeface="Noto Sans KR"/>
              </a:defRPr>
            </a:lvl2pPr>
            <a:lvl3pPr>
              <a:defRPr sz="1050" b="0">
                <a:solidFill>
                  <a:srgbClr val="4F609B"/>
                </a:solidFill>
                <a:latin typeface="Noto Sans KR"/>
                <a:ea typeface="Noto Sans KR"/>
                <a:cs typeface="Noto Sans KR"/>
              </a:defRPr>
            </a:lvl3pPr>
            <a:lvl4pPr>
              <a:defRPr sz="1050" b="0">
                <a:solidFill>
                  <a:srgbClr val="4F609B"/>
                </a:solidFill>
                <a:latin typeface="Noto Sans KR"/>
                <a:ea typeface="Noto Sans KR"/>
                <a:cs typeface="Noto Sans KR"/>
              </a:defRPr>
            </a:lvl4pPr>
            <a:lvl5pPr>
              <a:defRPr sz="1050" b="0">
                <a:solidFill>
                  <a:srgbClr val="4F609B"/>
                </a:solidFill>
                <a:latin typeface="Noto Sans KR"/>
                <a:ea typeface="Noto Sans KR"/>
                <a:cs typeface="Noto Sans KR"/>
              </a:defRPr>
            </a:lvl5pPr>
            <a:lvl6pPr>
              <a:defRPr sz="1050" b="0">
                <a:solidFill>
                  <a:srgbClr val="4F609B"/>
                </a:solidFill>
                <a:latin typeface="Noto Sans KR"/>
                <a:ea typeface="Noto Sans KR"/>
                <a:cs typeface="Noto Sans KR"/>
              </a:defRPr>
            </a:lvl6pPr>
            <a:lvl7pPr>
              <a:defRPr sz="1050" b="0">
                <a:solidFill>
                  <a:srgbClr val="4F609B"/>
                </a:solidFill>
                <a:latin typeface="Noto Sans KR"/>
                <a:ea typeface="Noto Sans KR"/>
                <a:cs typeface="Noto Sans KR"/>
              </a:defRPr>
            </a:lvl7pPr>
            <a:lvl8pPr>
              <a:defRPr sz="1050" b="0">
                <a:solidFill>
                  <a:srgbClr val="4F609B"/>
                </a:solidFill>
                <a:latin typeface="Noto Sans KR"/>
                <a:ea typeface="Noto Sans KR"/>
                <a:cs typeface="Noto Sans KR"/>
              </a:defRPr>
            </a:lvl8pPr>
            <a:lvl9pPr>
              <a:defRPr sz="1050" b="0">
                <a:solidFill>
                  <a:srgbClr val="4F609B"/>
                </a:solidFill>
                <a:latin typeface="Noto Sans KR"/>
                <a:ea typeface="Noto Sans KR"/>
                <a:cs typeface="Noto Sans KR"/>
              </a:defRPr>
            </a:lvl9pPr>
          </a:lstStyle>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R23 파싱 실패와 네트워크 오류는 다른 원인입니다. 복구 필요성의 간접 근거로만 연결합니다.</a:t>
            </a:r>
          </a:p>
        </p:txBody>
      </p:sp>
    </p:spTree>
    <p:extLst>
      <p:ext uri="{BB962C8B-B14F-4D97-AF65-F5344CB8AC3E}">
        <p14:creationId xmlns:p14="http://schemas.microsoft.com/office/powerpoint/2010/main" val="3185991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86E99D-422C-4488-9225-8EC58D848A46}"/>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B3 · prompt-log</a:t>
            </a:r>
          </a:p>
        </p:txBody>
      </p:sp>
      <p:sp>
        <p:nvSpPr>
          <p:cNvPr id="2" name="">
            <a:extLst xmlns:a="http://schemas.openxmlformats.org/drawingml/2006/main">
              <a:ext uri="{FF2B5EF4-FFF2-40B4-BE49-F238E27FC236}">
                <a16:creationId xmlns:a16="http://schemas.microsoft.com/office/drawing/2014/main" id="{797CB61A-9A0A-4B2C-8462-5F063EA501DA}"/>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실제 대화와 AI 검토 기록</a:t>
            </a:r>
          </a:p>
        </p:txBody>
      </p:sp>
      <p:sp>
        <p:nvSpPr>
          <p:cNvPr id="3" name="">
            <a:extLst xmlns:a="http://schemas.openxmlformats.org/drawingml/2006/main">
              <a:ext uri="{FF2B5EF4-FFF2-40B4-BE49-F238E27FC236}">
                <a16:creationId xmlns:a16="http://schemas.microsoft.com/office/drawing/2014/main" id="{AA38CFBA-58C9-4954-BB38-9079D7BAB179}"/>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13</a:t>
            </a:r>
          </a:p>
        </p:txBody>
      </p:sp>
      <p:graphicFrame>
        <p:nvGraphicFramePr>
          <p:cNvPr id="4" name="">
            <a:extLst xmlns:a="http://schemas.openxmlformats.org/drawingml/2006/main">
              <a:ext uri="{FF2B5EF4-FFF2-40B4-BE49-F238E27FC236}">
                <a16:creationId xmlns:a16="http://schemas.microsoft.com/office/drawing/2014/main" id="{552B1887-106A-4DBE-9F1A-6CA82EFFB075}"/>
              </a:ext>
            </a:extLst>
          </p:cNvPr>
          <p:cNvGraphicFramePr/>
          <p:nvPr/>
        </p:nvGraphicFramePr>
        <p:xfrm>
          <a:off xmlns:a="http://schemas.openxmlformats.org/drawingml/2006/main" x="381000" y="1190625"/>
          <a:ext xmlns:a="http://schemas.openxmlformats.org/drawingml/2006/main" cx="8382000" cy="3143250"/>
        </p:xfrm>
        <a:graphic xmlns:a="http://schemas.openxmlformats.org/drawingml/2006/main">
          <a:graphicData uri="http://schemas.openxmlformats.org/drawingml/2006/table">
            <a:tbl>
              <a:tblPr/>
              <a:tblGrid>
                <a:gridCol w="809625"/>
                <a:gridCol w="3905250"/>
                <a:gridCol w="3667125"/>
              </a:tblGrid>
              <a:tr h="523875">
                <a:tc>
                  <a:txBody>
                    <a:bodyPr/>
                    <a:lstStyle/>
                    <a:p>
                      <a:r>
                        <a:rPr sz="1200" b="1">
                          <a:solidFill>
                            <a:srgbClr val="FFFFFF"/>
                          </a:solidFill>
                          <a:latin typeface="Noto Sans KR"/>
                          <a:ea typeface="Noto Sans KR"/>
                          <a:cs typeface="Noto Sans KR"/>
                        </a:rPr>
                        <a:t>ID</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요청·입력</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결과·판단</a:t>
                      </a:r>
                    </a:p>
                  </a:txBody>
                  <a:tcPr marL="91440" marR="91440" marT="45720" marB="45720">
                    <a:solidFill>
                      <a:srgbClr val="18243B"/>
                    </a:solidFill>
                  </a:tcPr>
                </a:tc>
              </a:tr>
              <a:tr h="523875">
                <a:tc>
                  <a:txBody>
                    <a:bodyPr/>
                    <a:lstStyle/>
                    <a:p>
                      <a:r>
                        <a:rPr sz="1200" b="0">
                          <a:solidFill>
                            <a:srgbClr val="18243B"/>
                          </a:solidFill>
                          <a:latin typeface="Noto Sans KR"/>
                          <a:ea typeface="Noto Sans KR"/>
                          <a:cs typeface="Noto Sans KR"/>
                        </a:rPr>
                        <a:t>U0</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코드와 논증을 보완하여 완성 요청</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UI-only 구현, 문서·발표 보완</a:t>
                      </a:r>
                    </a:p>
                  </a:txBody>
                  <a:tcPr marL="91440" marR="91440" marT="45720" marB="45720">
                    <a:solidFill>
                      <a:srgbClr val="F2F5FA"/>
                    </a:solidFill>
                  </a:tcPr>
                </a:tc>
              </a:tr>
              <a:tr h="523875">
                <a:tc>
                  <a:txBody>
                    <a:bodyPr/>
                    <a:lstStyle/>
                    <a:p>
                      <a:r>
                        <a:rPr sz="1200" b="0">
                          <a:solidFill>
                            <a:srgbClr val="18243B"/>
                          </a:solidFill>
                          <a:latin typeface="Noto Sans KR"/>
                          <a:ea typeface="Noto Sans KR"/>
                          <a:cs typeface="Noto Sans KR"/>
                        </a:rPr>
                        <a:t>U1</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全部常显，不折叠</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상시 표시 유지</a:t>
                      </a:r>
                    </a:p>
                  </a:txBody>
                  <a:tcPr marL="91440" marR="91440" marT="45720" marB="45720">
                    <a:solidFill>
                      <a:srgbClr val="FFFFFF"/>
                    </a:solidFill>
                  </a:tcPr>
                </a:tc>
              </a:tr>
              <a:tr h="523875">
                <a:tc>
                  <a:txBody>
                    <a:bodyPr/>
                    <a:lstStyle/>
                    <a:p>
                      <a:r>
                        <a:rPr sz="1200" b="0">
                          <a:solidFill>
                            <a:srgbClr val="18243B"/>
                          </a:solidFill>
                          <a:latin typeface="Noto Sans KR"/>
                          <a:ea typeface="Noto Sans KR"/>
                          <a:cs typeface="Noto Sans KR"/>
                        </a:rPr>
                        <a:t>U2</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太繁琐无法快速检索重要内容</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중요 내용 탐색 부담이라는 자체 반론</a:t>
                      </a:r>
                    </a:p>
                  </a:txBody>
                  <a:tcPr marL="91440" marR="91440" marT="45720" marB="45720">
                    <a:solidFill>
                      <a:srgbClr val="F2F5FA"/>
                    </a:solidFill>
                  </a:tcPr>
                </a:tc>
              </a:tr>
              <a:tr h="523875">
                <a:tc>
                  <a:txBody>
                    <a:bodyPr/>
                    <a:lstStyle/>
                    <a:p>
                      <a:r>
                        <a:rPr sz="1200" b="0">
                          <a:solidFill>
                            <a:srgbClr val="18243B"/>
                          </a:solidFill>
                          <a:latin typeface="Noto Sans KR"/>
                          <a:ea typeface="Noto Sans KR"/>
                          <a:cs typeface="Noto Sans KR"/>
                        </a:rPr>
                        <a:t>A1</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AI 분석 질문: 상시 표시의 약점은?</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스크롤·탐색 부담. 제목·정답 우선으로 표현 수정</a:t>
                      </a:r>
                    </a:p>
                  </a:txBody>
                  <a:tcPr marL="91440" marR="91440" marT="45720" marB="45720">
                    <a:solidFill>
                      <a:srgbClr val="FFFFFF"/>
                    </a:solidFill>
                  </a:tcPr>
                </a:tc>
              </a:tr>
              <a:tr h="523875">
                <a:tc>
                  <a:txBody>
                    <a:bodyPr/>
                    <a:lstStyle/>
                    <a:p>
                      <a:r>
                        <a:rPr sz="1200" b="0">
                          <a:solidFill>
                            <a:srgbClr val="18243B"/>
                          </a:solidFill>
                          <a:latin typeface="Noto Sans KR"/>
                          <a:ea typeface="Noto Sans KR"/>
                          <a:cs typeface="Noto Sans KR"/>
                        </a:rPr>
                        <a:t>A2/A3</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AI 분석 질문: 별도 답 목록 / 일시 오류 안내?</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동일 문항 객체 / 지속 복구 안내로 수정</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58EAFA20-94A5-49DF-87EF-600720A5CEEA}"/>
              </a:ext>
            </a:extLst>
          </p:cNvPr>
          <p:cNvSpPr>
            <a:spLocks xmlns:a="http://schemas.openxmlformats.org/drawingml/2006/main" noGrp="1"/>
          </p:cNvSpPr>
          <p:nvPr/>
        </p:nvSpPr>
        <p:spPr>
          <a:xfrm xmlns:a="http://schemas.openxmlformats.org/drawingml/2006/main">
            <a:off x="381000" y="44291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U는 실제 사용자 입력, A는 AI가 구성한 분석 질문입니다. 학생 발언으로 바꾸지 않았습니다.</a:t>
            </a:r>
          </a:p>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전체 다섯 필드 지시와 판단 구분: docs/prompt-log.md, 셀프논증.md</a:t>
            </a:r>
          </a:p>
        </p:txBody>
      </p:sp>
    </p:spTree>
    <p:extLst>
      <p:ext uri="{BB962C8B-B14F-4D97-AF65-F5344CB8AC3E}">
        <p14:creationId xmlns:p14="http://schemas.microsoft.com/office/powerpoint/2010/main" val="17105878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C88195-842E-4FA6-AD27-DEF95E6D7CB9}"/>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B4</a:t>
            </a:r>
          </a:p>
        </p:txBody>
      </p:sp>
      <p:sp>
        <p:nvSpPr>
          <p:cNvPr id="2" name="">
            <a:extLst xmlns:a="http://schemas.openxmlformats.org/drawingml/2006/main">
              <a:ext uri="{FF2B5EF4-FFF2-40B4-BE49-F238E27FC236}">
                <a16:creationId xmlns:a16="http://schemas.microsoft.com/office/drawing/2014/main" id="{E7C4F3A1-6744-4D32-80B4-8A34561C6224}"/>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자가평가와 제출 확인</a:t>
            </a:r>
          </a:p>
        </p:txBody>
      </p:sp>
      <p:sp>
        <p:nvSpPr>
          <p:cNvPr id="3" name="">
            <a:extLst xmlns:a="http://schemas.openxmlformats.org/drawingml/2006/main">
              <a:ext uri="{FF2B5EF4-FFF2-40B4-BE49-F238E27FC236}">
                <a16:creationId xmlns:a16="http://schemas.microsoft.com/office/drawing/2014/main" id="{A63E6F57-3D63-44FD-B143-C0FC6621AC55}"/>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14</a:t>
            </a:r>
          </a:p>
        </p:txBody>
      </p:sp>
      <p:graphicFrame>
        <p:nvGraphicFramePr>
          <p:cNvPr id="4" name="">
            <a:extLst xmlns:a="http://schemas.openxmlformats.org/drawingml/2006/main">
              <a:ext uri="{FF2B5EF4-FFF2-40B4-BE49-F238E27FC236}">
                <a16:creationId xmlns:a16="http://schemas.microsoft.com/office/drawing/2014/main" id="{CF384E19-0F1C-4BF6-B199-0ECBE40C2563}"/>
              </a:ext>
            </a:extLst>
          </p:cNvPr>
          <p:cNvGraphicFramePr/>
          <p:nvPr/>
        </p:nvGraphicFramePr>
        <p:xfrm>
          <a:off xmlns:a="http://schemas.openxmlformats.org/drawingml/2006/main" x="381000" y="1190625"/>
          <a:ext xmlns:a="http://schemas.openxmlformats.org/drawingml/2006/main" cx="8382000" cy="3143250"/>
        </p:xfrm>
        <a:graphic xmlns:a="http://schemas.openxmlformats.org/drawingml/2006/main">
          <a:graphicData uri="http://schemas.openxmlformats.org/drawingml/2006/table">
            <a:tbl>
              <a:tblPr/>
              <a:tblGrid>
                <a:gridCol w="1619250"/>
                <a:gridCol w="762000"/>
                <a:gridCol w="6000750"/>
              </a:tblGrid>
              <a:tr h="523875">
                <a:tc>
                  <a:txBody>
                    <a:bodyPr/>
                    <a:lstStyle/>
                    <a:p>
                      <a:r>
                        <a:rPr sz="1350" b="1">
                          <a:solidFill>
                            <a:srgbClr val="FFFFFF"/>
                          </a:solidFill>
                          <a:latin typeface="Noto Sans KR"/>
                          <a:ea typeface="Noto Sans KR"/>
                          <a:cs typeface="Noto Sans KR"/>
                        </a:rPr>
                        <a:t>영역</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배점</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증거·상태</a:t>
                      </a:r>
                    </a:p>
                  </a:txBody>
                  <a:tcPr marL="91440" marR="91440" marT="45720" marB="45720">
                    <a:solidFill>
                      <a:srgbClr val="18243B"/>
                    </a:solidFill>
                  </a:tcPr>
                </a:tc>
              </a:tr>
              <a:tr h="523875">
                <a:tc>
                  <a:txBody>
                    <a:bodyPr/>
                    <a:lstStyle/>
                    <a:p>
                      <a:r>
                        <a:rPr sz="1350" b="0">
                          <a:solidFill>
                            <a:srgbClr val="18243B"/>
                          </a:solidFill>
                          <a:latin typeface="Noto Sans KR"/>
                          <a:ea typeface="Noto Sans KR"/>
                          <a:cs typeface="Noto Sans KR"/>
                        </a:rPr>
                        <a:t>기획</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40</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B5 / 리뷰·저니·원인·요소·상태 계획</a:t>
                      </a:r>
                    </a:p>
                  </a:txBody>
                  <a:tcPr marL="91440" marR="91440" marT="45720" marB="45720">
                    <a:solidFill>
                      <a:srgbClr val="F2F5FA"/>
                    </a:solidFill>
                  </a:tcPr>
                </a:tc>
              </a:tr>
              <a:tr h="523875">
                <a:tc>
                  <a:txBody>
                    <a:bodyPr/>
                    <a:lstStyle/>
                    <a:p>
                      <a:r>
                        <a:rPr sz="1350" b="0">
                          <a:solidFill>
                            <a:srgbClr val="18243B"/>
                          </a:solidFill>
                          <a:latin typeface="Noto Sans KR"/>
                          <a:ea typeface="Noto Sans KR"/>
                          <a:cs typeface="Noto Sans KR"/>
                        </a:rPr>
                        <a:t>셀프 논증</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20</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학생 선택·자체 반론 + AI 재검토안. 최종 판단 본인 확인됨</a:t>
                      </a:r>
                    </a:p>
                  </a:txBody>
                  <a:tcPr marL="91440" marR="91440" marT="45720" marB="45720">
                    <a:solidFill>
                      <a:srgbClr val="FFFFFF"/>
                    </a:solidFill>
                  </a:tcPr>
                </a:tc>
              </a:tr>
              <a:tr h="523875">
                <a:tc>
                  <a:txBody>
                    <a:bodyPr/>
                    <a:lstStyle/>
                    <a:p>
                      <a:r>
                        <a:rPr sz="1350" b="0">
                          <a:solidFill>
                            <a:srgbClr val="18243B"/>
                          </a:solidFill>
                          <a:latin typeface="Noto Sans KR"/>
                          <a:ea typeface="Noto Sans KR"/>
                          <a:cs typeface="Noto Sans KR"/>
                        </a:rPr>
                        <a:t>UI 구현</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25</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정적 분석·테스트·Web 빌드·브라우저 흐름</a:t>
                      </a:r>
                    </a:p>
                  </a:txBody>
                  <a:tcPr marL="91440" marR="91440" marT="45720" marB="45720">
                    <a:solidFill>
                      <a:srgbClr val="F2F5FA"/>
                    </a:solidFill>
                  </a:tcPr>
                </a:tc>
              </a:tr>
              <a:tr h="523875">
                <a:tc>
                  <a:txBody>
                    <a:bodyPr/>
                    <a:lstStyle/>
                    <a:p>
                      <a:r>
                        <a:rPr sz="1350" b="0">
                          <a:solidFill>
                            <a:srgbClr val="18243B"/>
                          </a:solidFill>
                          <a:latin typeface="Noto Sans KR"/>
                          <a:ea typeface="Noto Sans KR"/>
                          <a:cs typeface="Noto Sans KR"/>
                        </a:rPr>
                        <a:t>발표</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15</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본문 7장·6분 대본·1분 영상. 본인 계시 리허설 필요</a:t>
                      </a:r>
                    </a:p>
                  </a:txBody>
                  <a:tcPr marL="91440" marR="91440" marT="45720" marB="45720">
                    <a:solidFill>
                      <a:srgbClr val="FFFFFF"/>
                    </a:solidFill>
                  </a:tcPr>
                </a:tc>
              </a:tr>
              <a:tr h="523875">
                <a:tc>
                  <a:txBody>
                    <a:bodyPr/>
                    <a:lstStyle/>
                    <a:p>
                      <a:r>
                        <a:rPr sz="1350" b="0">
                          <a:solidFill>
                            <a:srgbClr val="18243B"/>
                          </a:solidFill>
                          <a:latin typeface="Noto Sans KR"/>
                          <a:ea typeface="Noto Sans KR"/>
                          <a:cs typeface="Noto Sans KR"/>
                        </a:rPr>
                        <a:t>제출</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별도</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개인 GitHub URL, 원격 clone, LMS 제출은 미완료</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55C9C18F-70F8-4630-8DDF-35CA1B597913}"/>
              </a:ext>
            </a:extLst>
          </p:cNvPr>
          <p:cNvSpPr>
            <a:spLocks xmlns:a="http://schemas.openxmlformats.org/drawingml/2006/main" noGrp="1"/>
          </p:cNvSpPr>
          <p:nvPr/>
        </p:nvSpPr>
        <p:spPr>
          <a:xfrm xmlns:a="http://schemas.openxmlformats.org/drawingml/2006/main">
            <a:off x="381000" y="4476750"/>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4F609B"/>
                </a:solidFill>
                <a:latin typeface="Noto Sans KR"/>
                <a:ea typeface="Noto Sans KR"/>
                <a:cs typeface="Noto Sans KR"/>
              </a:defRPr>
            </a:defPPr>
            <a:lvl1pPr>
              <a:defRPr sz="1050" b="0">
                <a:solidFill>
                  <a:srgbClr val="4F609B"/>
                </a:solidFill>
                <a:latin typeface="Noto Sans KR"/>
                <a:ea typeface="Noto Sans KR"/>
                <a:cs typeface="Noto Sans KR"/>
              </a:defRPr>
            </a:lvl1pPr>
            <a:lvl2pPr>
              <a:defRPr sz="1050" b="0">
                <a:solidFill>
                  <a:srgbClr val="4F609B"/>
                </a:solidFill>
                <a:latin typeface="Noto Sans KR"/>
                <a:ea typeface="Noto Sans KR"/>
                <a:cs typeface="Noto Sans KR"/>
              </a:defRPr>
            </a:lvl2pPr>
            <a:lvl3pPr>
              <a:defRPr sz="1050" b="0">
                <a:solidFill>
                  <a:srgbClr val="4F609B"/>
                </a:solidFill>
                <a:latin typeface="Noto Sans KR"/>
                <a:ea typeface="Noto Sans KR"/>
                <a:cs typeface="Noto Sans KR"/>
              </a:defRPr>
            </a:lvl3pPr>
            <a:lvl4pPr>
              <a:defRPr sz="1050" b="0">
                <a:solidFill>
                  <a:srgbClr val="4F609B"/>
                </a:solidFill>
                <a:latin typeface="Noto Sans KR"/>
                <a:ea typeface="Noto Sans KR"/>
                <a:cs typeface="Noto Sans KR"/>
              </a:defRPr>
            </a:lvl4pPr>
            <a:lvl5pPr>
              <a:defRPr sz="1050" b="0">
                <a:solidFill>
                  <a:srgbClr val="4F609B"/>
                </a:solidFill>
                <a:latin typeface="Noto Sans KR"/>
                <a:ea typeface="Noto Sans KR"/>
                <a:cs typeface="Noto Sans KR"/>
              </a:defRPr>
            </a:lvl5pPr>
            <a:lvl6pPr>
              <a:defRPr sz="1050" b="0">
                <a:solidFill>
                  <a:srgbClr val="4F609B"/>
                </a:solidFill>
                <a:latin typeface="Noto Sans KR"/>
                <a:ea typeface="Noto Sans KR"/>
                <a:cs typeface="Noto Sans KR"/>
              </a:defRPr>
            </a:lvl6pPr>
            <a:lvl7pPr>
              <a:defRPr sz="1050" b="0">
                <a:solidFill>
                  <a:srgbClr val="4F609B"/>
                </a:solidFill>
                <a:latin typeface="Noto Sans KR"/>
                <a:ea typeface="Noto Sans KR"/>
                <a:cs typeface="Noto Sans KR"/>
              </a:defRPr>
            </a:lvl7pPr>
            <a:lvl8pPr>
              <a:defRPr sz="1050" b="0">
                <a:solidFill>
                  <a:srgbClr val="4F609B"/>
                </a:solidFill>
                <a:latin typeface="Noto Sans KR"/>
                <a:ea typeface="Noto Sans KR"/>
                <a:cs typeface="Noto Sans KR"/>
              </a:defRPr>
            </a:lvl8pPr>
            <a:lvl9pPr>
              <a:defRPr sz="1050" b="0">
                <a:solidFill>
                  <a:srgbClr val="4F609B"/>
                </a:solidFill>
                <a:latin typeface="Noto Sans KR"/>
                <a:ea typeface="Noto Sans KR"/>
                <a:cs typeface="Noto Sans KR"/>
              </a:defRPr>
            </a:lvl9pPr>
          </a:lstStyle>
          <a:p xmlns:a="http://schemas.openxmlformats.org/drawingml/2006/main">
            <a:pPr>
              <a:defRPr sz="1050" b="0">
                <a:solidFill>
                  <a:srgbClr val="4F609B"/>
                </a:solidFill>
                <a:latin typeface="Noto Sans KR"/>
                <a:ea typeface="Noto Sans KR"/>
                <a:cs typeface="Noto Sans KR"/>
              </a:defRPr>
            </a:pPr>
            <a:r>
              <a:rPr sz="1050" b="0">
                <a:solidFill>
                  <a:srgbClr val="4F609B"/>
                </a:solidFill>
                <a:latin typeface="Noto Sans KR"/>
                <a:ea typeface="Noto Sans KR"/>
                <a:cs typeface="Noto Sans KR"/>
              </a:rPr>
              <a:t>자가 점수·학습 효과·LMS 제출 완료를 임의로 주장하지 않습니다.</a:t>
            </a:r>
          </a:p>
        </p:txBody>
      </p:sp>
    </p:spTree>
    <p:extLst>
      <p:ext uri="{BB962C8B-B14F-4D97-AF65-F5344CB8AC3E}">
        <p14:creationId xmlns:p14="http://schemas.microsoft.com/office/powerpoint/2010/main" val="8389390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81E0EA-E97C-4467-BB13-A2F4AEA1EC34}"/>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2단계</a:t>
            </a:r>
          </a:p>
        </p:txBody>
      </p:sp>
      <p:sp>
        <p:nvSpPr>
          <p:cNvPr id="2" name="">
            <a:extLst xmlns:a="http://schemas.openxmlformats.org/drawingml/2006/main">
              <a:ext uri="{FF2B5EF4-FFF2-40B4-BE49-F238E27FC236}">
                <a16:creationId xmlns:a16="http://schemas.microsoft.com/office/drawing/2014/main" id="{A8E88E01-A321-4C7F-911C-0075B0BF3135}"/>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사업 요약 1쪽</a:t>
            </a:r>
          </a:p>
        </p:txBody>
      </p:sp>
      <p:sp>
        <p:nvSpPr>
          <p:cNvPr id="3" name="">
            <a:extLst xmlns:a="http://schemas.openxmlformats.org/drawingml/2006/main">
              <a:ext uri="{FF2B5EF4-FFF2-40B4-BE49-F238E27FC236}">
                <a16:creationId xmlns:a16="http://schemas.microsoft.com/office/drawing/2014/main" id="{0FE79684-6782-459D-90BA-177DB554D4AA}"/>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15</a:t>
            </a:r>
          </a:p>
        </p:txBody>
      </p:sp>
      <p:graphicFrame>
        <p:nvGraphicFramePr>
          <p:cNvPr id="4" name="">
            <a:extLst xmlns:a="http://schemas.openxmlformats.org/drawingml/2006/main">
              <a:ext uri="{FF2B5EF4-FFF2-40B4-BE49-F238E27FC236}">
                <a16:creationId xmlns:a16="http://schemas.microsoft.com/office/drawing/2014/main" id="{8E974A9D-491F-4C81-9E34-89056CB4DD74}"/>
              </a:ext>
            </a:extLst>
          </p:cNvPr>
          <p:cNvGraphicFramePr/>
          <p:nvPr/>
        </p:nvGraphicFramePr>
        <p:xfrm>
          <a:off xmlns:a="http://schemas.openxmlformats.org/drawingml/2006/main" x="381000" y="1190625"/>
          <a:ext xmlns:a="http://schemas.openxmlformats.org/drawingml/2006/main" cx="8382000" cy="3333750"/>
        </p:xfrm>
        <a:graphic xmlns:a="http://schemas.openxmlformats.org/drawingml/2006/main">
          <a:graphicData uri="http://schemas.openxmlformats.org/drawingml/2006/table">
            <a:tbl>
              <a:tblPr/>
              <a:tblGrid>
                <a:gridCol w="1428750"/>
                <a:gridCol w="6953250"/>
              </a:tblGrid>
              <a:tr h="476250">
                <a:tc>
                  <a:txBody>
                    <a:bodyPr/>
                    <a:lstStyle/>
                    <a:p>
                      <a:r>
                        <a:rPr sz="1275" b="1">
                          <a:solidFill>
                            <a:srgbClr val="FFFFFF"/>
                          </a:solidFill>
                          <a:latin typeface="Noto Sans KR"/>
                          <a:ea typeface="Noto Sans KR"/>
                          <a:cs typeface="Noto Sans KR"/>
                        </a:rPr>
                        <a:t>구분</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내용</a:t>
                      </a:r>
                    </a:p>
                  </a:txBody>
                  <a:tcPr marL="91440" marR="91440" marT="45720" marB="45720">
                    <a:solidFill>
                      <a:srgbClr val="18243B"/>
                    </a:solidFill>
                  </a:tcPr>
                </a:tc>
              </a:tr>
              <a:tr h="476250">
                <a:tc>
                  <a:txBody>
                    <a:bodyPr/>
                    <a:lstStyle/>
                    <a:p>
                      <a:r>
                        <a:rPr sz="1275" b="0">
                          <a:solidFill>
                            <a:srgbClr val="18243B"/>
                          </a:solidFill>
                          <a:latin typeface="Noto Sans KR"/>
                          <a:ea typeface="Noto Sans KR"/>
                          <a:cs typeface="Noto Sans KR"/>
                        </a:rPr>
                        <a:t>목표</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입력한 강의의 핵심을 읽고 문항·해설·근거를 이어서 검토</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퍼소나</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가상 21세 대학생. 이동 중 폰, 집에서 노트북. 자료 정리에 시간 소요</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문제</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R06 복습 대응 혼란. R01·R23 입력·읽기 실패</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핵심 가치</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같은 문항의 답·이유·원문을 숨기지 않고 비교</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성공 조건</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흐름 완주, 같은 문항 대응, 실패 복구, 폰/넓은 화면 읽기</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범위</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향후 AI 요약·생성 기획. 이번에는 고정 데이터 UI</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881144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6D4A2E-39DC-4706-9F93-6D81027EA9D0}"/>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3단계</a:t>
            </a:r>
          </a:p>
        </p:txBody>
      </p:sp>
      <p:sp>
        <p:nvSpPr>
          <p:cNvPr id="2" name="">
            <a:extLst xmlns:a="http://schemas.openxmlformats.org/drawingml/2006/main">
              <a:ext uri="{FF2B5EF4-FFF2-40B4-BE49-F238E27FC236}">
                <a16:creationId xmlns:a16="http://schemas.microsoft.com/office/drawing/2014/main" id="{C7FBF10D-9C42-41B6-B3F9-BD8A9D3D31F4}"/>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사용자 저니</a:t>
            </a:r>
          </a:p>
        </p:txBody>
      </p:sp>
      <p:sp>
        <p:nvSpPr>
          <p:cNvPr id="3" name="">
            <a:extLst xmlns:a="http://schemas.openxmlformats.org/drawingml/2006/main">
              <a:ext uri="{FF2B5EF4-FFF2-40B4-BE49-F238E27FC236}">
                <a16:creationId xmlns:a16="http://schemas.microsoft.com/office/drawing/2014/main" id="{3BBE7E30-67D4-47D3-A552-44BD87D5F82F}"/>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16</a:t>
            </a:r>
          </a:p>
        </p:txBody>
      </p:sp>
      <p:graphicFrame>
        <p:nvGraphicFramePr>
          <p:cNvPr id="4" name="">
            <a:extLst xmlns:a="http://schemas.openxmlformats.org/drawingml/2006/main">
              <a:ext uri="{FF2B5EF4-FFF2-40B4-BE49-F238E27FC236}">
                <a16:creationId xmlns:a16="http://schemas.microsoft.com/office/drawing/2014/main" id="{103195DA-F2F0-4CE9-B2F2-FC7ACD48A1CF}"/>
              </a:ext>
            </a:extLst>
          </p:cNvPr>
          <p:cNvGraphicFramePr/>
          <p:nvPr/>
        </p:nvGraphicFramePr>
        <p:xfrm>
          <a:off xmlns:a="http://schemas.openxmlformats.org/drawingml/2006/main" x="381000" y="1190625"/>
          <a:ext xmlns:a="http://schemas.openxmlformats.org/drawingml/2006/main" cx="8382000" cy="3238500"/>
        </p:xfrm>
        <a:graphic xmlns:a="http://schemas.openxmlformats.org/drawingml/2006/main">
          <a:graphicData uri="http://schemas.openxmlformats.org/drawingml/2006/table">
            <a:tbl>
              <a:tblPr/>
              <a:tblGrid>
                <a:gridCol w="1143000"/>
                <a:gridCol w="1809750"/>
                <a:gridCol w="1809750"/>
                <a:gridCol w="1809750"/>
                <a:gridCol w="1809750"/>
              </a:tblGrid>
              <a:tr h="404813">
                <a:tc>
                  <a:txBody>
                    <a:bodyPr/>
                    <a:lstStyle/>
                    <a:p>
                      <a:r>
                        <a:rPr sz="1050" b="1">
                          <a:solidFill>
                            <a:srgbClr val="FFFFFF"/>
                          </a:solidFill>
                          <a:latin typeface="Noto Sans KR"/>
                          <a:ea typeface="Noto Sans KR"/>
                          <a:cs typeface="Noto Sans KR"/>
                        </a:rPr>
                        <a:t>항목</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입력</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핵심 복습</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문제 풀이</a:t>
                      </a:r>
                    </a:p>
                  </a:txBody>
                  <a:tcPr marL="91440" marR="91440" marT="45720" marB="45720">
                    <a:solidFill>
                      <a:srgbClr val="18243B"/>
                    </a:solidFill>
                  </a:tcPr>
                </a:tc>
                <a:tc>
                  <a:txBody>
                    <a:bodyPr/>
                    <a:lstStyle/>
                    <a:p>
                      <a:r>
                        <a:rPr sz="1050" b="1">
                          <a:solidFill>
                            <a:srgbClr val="FFFFFF"/>
                          </a:solidFill>
                          <a:latin typeface="Noto Sans KR"/>
                          <a:ea typeface="Noto Sans KR"/>
                          <a:cs typeface="Noto Sans KR"/>
                        </a:rPr>
                        <a:t>해설 검토</a:t>
                      </a:r>
                    </a:p>
                  </a:txBody>
                  <a:tcPr marL="91440" marR="91440" marT="45720" marB="45720">
                    <a:solidFill>
                      <a:srgbClr val="18243B"/>
                    </a:solidFill>
                  </a:tcPr>
                </a:tc>
              </a:tr>
              <a:tr h="404813">
                <a:tc>
                  <a:txBody>
                    <a:bodyPr/>
                    <a:lstStyle/>
                    <a:p>
                      <a:r>
                        <a:rPr sz="1050" b="0">
                          <a:solidFill>
                            <a:srgbClr val="18243B"/>
                          </a:solidFill>
                          <a:latin typeface="Noto Sans KR"/>
                          <a:ea typeface="Noto Sans KR"/>
                          <a:cs typeface="Noto Sans KR"/>
                        </a:rPr>
                        <a:t>목표·행동</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텍스트 붙여넣기</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주제·용어 확인</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보기 선택</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답·이유·원문 비교</a:t>
                      </a:r>
                    </a:p>
                  </a:txBody>
                  <a:tcPr marL="91440" marR="91440" marT="45720" marB="45720">
                    <a:solidFill>
                      <a:srgbClr val="F2F5FA"/>
                    </a:solidFill>
                  </a:tcPr>
                </a:tc>
              </a:tr>
              <a:tr h="404813">
                <a:tc>
                  <a:txBody>
                    <a:bodyPr/>
                    <a:lstStyle/>
                    <a:p>
                      <a:r>
                        <a:rPr sz="1050" b="0">
                          <a:solidFill>
                            <a:srgbClr val="18243B"/>
                          </a:solidFill>
                          <a:latin typeface="Noto Sans KR"/>
                          <a:ea typeface="Noto Sans KR"/>
                          <a:cs typeface="Noto Sans KR"/>
                        </a:rPr>
                        <a:t>리뷰</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R01·R23</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R02·R25 (간접)</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R06</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R06</a:t>
                      </a:r>
                    </a:p>
                  </a:txBody>
                  <a:tcPr marL="91440" marR="91440" marT="45720" marB="45720">
                    <a:solidFill>
                      <a:srgbClr val="FFFFFF"/>
                    </a:solidFill>
                  </a:tcPr>
                </a:tc>
              </a:tr>
              <a:tr h="404813">
                <a:tc>
                  <a:txBody>
                    <a:bodyPr/>
                    <a:lstStyle/>
                    <a:p>
                      <a:r>
                        <a:rPr sz="1050" b="0">
                          <a:solidFill>
                            <a:srgbClr val="18243B"/>
                          </a:solidFill>
                          <a:latin typeface="Noto Sans KR"/>
                          <a:ea typeface="Noto Sans KR"/>
                          <a:cs typeface="Noto Sans KR"/>
                        </a:rPr>
                        <a:t>감정 가설</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0</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−2 최저점</a:t>
                      </a:r>
                    </a:p>
                  </a:txBody>
                  <a:tcPr marL="91440" marR="91440" marT="45720" marB="45720">
                    <a:solidFill>
                      <a:srgbClr val="F2F5FA"/>
                    </a:solidFill>
                  </a:tcPr>
                </a:tc>
              </a:tr>
              <a:tr h="404813">
                <a:tc>
                  <a:txBody>
                    <a:bodyPr/>
                    <a:lstStyle/>
                    <a:p>
                      <a:r>
                        <a:rPr sz="1050" b="0">
                          <a:solidFill>
                            <a:srgbClr val="18243B"/>
                          </a:solidFill>
                          <a:latin typeface="Noto Sans KR"/>
                          <a:ea typeface="Noto Sans KR"/>
                          <a:cs typeface="Noto Sans KR"/>
                        </a:rPr>
                        <a:t>기기</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폰·노트북</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폰·노트북</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폰·넓은 화면</a:t>
                      </a:r>
                    </a:p>
                  </a:txBody>
                  <a:tcPr marL="91440" marR="91440" marT="45720" marB="45720">
                    <a:solidFill>
                      <a:srgbClr val="FFFFFF"/>
                    </a:solidFill>
                  </a:tcPr>
                </a:tc>
              </a:tr>
              <a:tr h="404813">
                <a:tc>
                  <a:txBody>
                    <a:bodyPr/>
                    <a:lstStyle/>
                    <a:p>
                      <a:r>
                        <a:rPr sz="1050" b="0">
                          <a:solidFill>
                            <a:srgbClr val="18243B"/>
                          </a:solidFill>
                          <a:latin typeface="Noto Sans KR"/>
                          <a:ea typeface="Noto Sans KR"/>
                          <a:cs typeface="Noto Sans KR"/>
                        </a:rPr>
                        <a:t>AI 기회</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텍스트 구조화</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핵심 추출</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문항 생성</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근거 연결</a:t>
                      </a:r>
                    </a:p>
                  </a:txBody>
                  <a:tcPr marL="91440" marR="91440" marT="45720" marB="45720">
                    <a:solidFill>
                      <a:srgbClr val="F2F5FA"/>
                    </a:solidFill>
                  </a:tcPr>
                </a:tc>
              </a:tr>
              <a:tr h="404813">
                <a:tc>
                  <a:txBody>
                    <a:bodyPr/>
                    <a:lstStyle/>
                    <a:p>
                      <a:r>
                        <a:rPr sz="1050" b="0">
                          <a:solidFill>
                            <a:srgbClr val="18243B"/>
                          </a:solidFill>
                          <a:latin typeface="Noto Sans KR"/>
                          <a:ea typeface="Noto Sans KR"/>
                          <a:cs typeface="Noto Sans KR"/>
                        </a:rPr>
                        <a:t>원칙 위험</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P05·P09</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P08·P06</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P01·P04</a:t>
                      </a:r>
                    </a:p>
                  </a:txBody>
                  <a:tcPr marL="91440" marR="91440" marT="45720" marB="45720">
                    <a:solidFill>
                      <a:srgbClr val="FFFFFF"/>
                    </a:solidFill>
                  </a:tcPr>
                </a:tc>
                <a:tc>
                  <a:txBody>
                    <a:bodyPr/>
                    <a:lstStyle/>
                    <a:p>
                      <a:r>
                        <a:rPr sz="1050" b="0">
                          <a:solidFill>
                            <a:srgbClr val="18243B"/>
                          </a:solidFill>
                          <a:latin typeface="Noto Sans KR"/>
                          <a:ea typeface="Noto Sans KR"/>
                          <a:cs typeface="Noto Sans KR"/>
                        </a:rPr>
                        <a:t>P04·P06</a:t>
                      </a:r>
                    </a:p>
                  </a:txBody>
                  <a:tcPr marL="91440" marR="91440" marT="45720" marB="45720">
                    <a:solidFill>
                      <a:srgbClr val="FFFFFF"/>
                    </a:solidFill>
                  </a:tcPr>
                </a:tc>
              </a:tr>
              <a:tr h="404813">
                <a:tc>
                  <a:txBody>
                    <a:bodyPr/>
                    <a:lstStyle/>
                    <a:p>
                      <a:r>
                        <a:rPr sz="1050" b="0">
                          <a:solidFill>
                            <a:srgbClr val="18243B"/>
                          </a:solidFill>
                          <a:latin typeface="Noto Sans KR"/>
                          <a:ea typeface="Noto Sans KR"/>
                          <a:cs typeface="Noto Sans KR"/>
                        </a:rPr>
                        <a:t>데이터</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입력 예시</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GET /topics</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GET /questions</a:t>
                      </a:r>
                    </a:p>
                  </a:txBody>
                  <a:tcPr marL="91440" marR="91440" marT="45720" marB="45720">
                    <a:solidFill>
                      <a:srgbClr val="F2F5FA"/>
                    </a:solidFill>
                  </a:tcPr>
                </a:tc>
                <a:tc>
                  <a:txBody>
                    <a:bodyPr/>
                    <a:lstStyle/>
                    <a:p>
                      <a:r>
                        <a:rPr sz="1050" b="0">
                          <a:solidFill>
                            <a:srgbClr val="18243B"/>
                          </a:solidFill>
                          <a:latin typeface="Noto Sans KR"/>
                          <a:ea typeface="Noto Sans KR"/>
                          <a:cs typeface="Noto Sans KR"/>
                        </a:rPr>
                        <a:t>같은 question</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9146C03C-F33B-4C0E-BC48-88F73421DA20}"/>
              </a:ext>
            </a:extLst>
          </p:cNvPr>
          <p:cNvSpPr>
            <a:spLocks xmlns:a="http://schemas.openxmlformats.org/drawingml/2006/main" noGrp="1"/>
          </p:cNvSpPr>
          <p:nvPr/>
        </p:nvSpPr>
        <p:spPr>
          <a:xfrm xmlns:a="http://schemas.openxmlformats.org/drawingml/2006/main">
            <a:off x="381000" y="4524375"/>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리뷰는 각 단계의 직접·간접 근거로 구분. 감정·기기는 관찰 측정값이 아닌 설계 가설.</a:t>
            </a:r>
          </a:p>
        </p:txBody>
      </p:sp>
    </p:spTree>
    <p:extLst>
      <p:ext uri="{BB962C8B-B14F-4D97-AF65-F5344CB8AC3E}">
        <p14:creationId xmlns:p14="http://schemas.microsoft.com/office/powerpoint/2010/main" val="7881144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D5A82F-BA7D-4208-8D69-1FCE1D0794AA}"/>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4단계</a:t>
            </a:r>
          </a:p>
        </p:txBody>
      </p:sp>
      <p:sp>
        <p:nvSpPr>
          <p:cNvPr id="2" name="">
            <a:extLst xmlns:a="http://schemas.openxmlformats.org/drawingml/2006/main">
              <a:ext uri="{FF2B5EF4-FFF2-40B4-BE49-F238E27FC236}">
                <a16:creationId xmlns:a16="http://schemas.microsoft.com/office/drawing/2014/main" id="{6B1A658E-21C0-412C-87D5-8D2CA4D592A4}"/>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피쉬본: 복습 정보 비교의 어려움</a:t>
            </a:r>
          </a:p>
        </p:txBody>
      </p:sp>
      <p:sp>
        <p:nvSpPr>
          <p:cNvPr id="3" name="">
            <a:extLst xmlns:a="http://schemas.openxmlformats.org/drawingml/2006/main">
              <a:ext uri="{FF2B5EF4-FFF2-40B4-BE49-F238E27FC236}">
                <a16:creationId xmlns:a16="http://schemas.microsoft.com/office/drawing/2014/main" id="{BCCBD17C-8828-4F73-97A5-8F3153A98CA7}"/>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17</a:t>
            </a:r>
          </a:p>
        </p:txBody>
      </p:sp>
      <p:sp>
        <p:nvSpPr>
          <p:cNvPr id="4" name="">
            <a:extLst xmlns:a="http://schemas.openxmlformats.org/drawingml/2006/main">
              <a:ext uri="{FF2B5EF4-FFF2-40B4-BE49-F238E27FC236}">
                <a16:creationId xmlns:a16="http://schemas.microsoft.com/office/drawing/2014/main" id="{DC848110-61C1-420B-AEFF-33FA76AFEF37}"/>
              </a:ext>
            </a:extLst>
          </p:cNvPr>
          <p:cNvSpPr>
            <a:spLocks xmlns:a="http://schemas.openxmlformats.org/drawingml/2006/main" noGrp="1"/>
          </p:cNvSpPr>
          <p:nvPr/>
        </p:nvSpPr>
        <p:spPr>
          <a:xfrm xmlns:a="http://schemas.openxmlformats.org/drawingml/2006/main">
            <a:off x="571500" y="2714625"/>
            <a:ext cx="7524750" cy="9525"/>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5" name="">
            <a:extLst xmlns:a="http://schemas.openxmlformats.org/drawingml/2006/main">
              <a:ext uri="{FF2B5EF4-FFF2-40B4-BE49-F238E27FC236}">
                <a16:creationId xmlns:a16="http://schemas.microsoft.com/office/drawing/2014/main" id="{F951E897-F044-430D-9F27-419DE77FA7CE}"/>
              </a:ext>
            </a:extLst>
          </p:cNvPr>
          <p:cNvSpPr>
            <a:spLocks xmlns:a="http://schemas.openxmlformats.org/drawingml/2006/main" noGrp="1"/>
          </p:cNvSpPr>
          <p:nvPr/>
        </p:nvSpPr>
        <p:spPr>
          <a:xfrm xmlns:a="http://schemas.openxmlformats.org/drawingml/2006/main">
            <a:off x="7620000" y="2190750"/>
            <a:ext cx="128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8243B"/>
                </a:solidFill>
                <a:latin typeface="Noto Sans KR"/>
                <a:ea typeface="Noto Sans KR"/>
                <a:cs typeface="Noto Sans KR"/>
              </a:defRPr>
            </a:defPPr>
            <a:lvl1pPr>
              <a:defRPr sz="1500" b="1">
                <a:solidFill>
                  <a:srgbClr val="18243B"/>
                </a:solidFill>
                <a:latin typeface="Noto Sans KR"/>
                <a:ea typeface="Noto Sans KR"/>
                <a:cs typeface="Noto Sans KR"/>
              </a:defRPr>
            </a:lvl1pPr>
            <a:lvl2pPr>
              <a:defRPr sz="1500" b="1">
                <a:solidFill>
                  <a:srgbClr val="18243B"/>
                </a:solidFill>
                <a:latin typeface="Noto Sans KR"/>
                <a:ea typeface="Noto Sans KR"/>
                <a:cs typeface="Noto Sans KR"/>
              </a:defRPr>
            </a:lvl2pPr>
            <a:lvl3pPr>
              <a:defRPr sz="1500" b="1">
                <a:solidFill>
                  <a:srgbClr val="18243B"/>
                </a:solidFill>
                <a:latin typeface="Noto Sans KR"/>
                <a:ea typeface="Noto Sans KR"/>
                <a:cs typeface="Noto Sans KR"/>
              </a:defRPr>
            </a:lvl3pPr>
            <a:lvl4pPr>
              <a:defRPr sz="1500" b="1">
                <a:solidFill>
                  <a:srgbClr val="18243B"/>
                </a:solidFill>
                <a:latin typeface="Noto Sans KR"/>
                <a:ea typeface="Noto Sans KR"/>
                <a:cs typeface="Noto Sans KR"/>
              </a:defRPr>
            </a:lvl4pPr>
            <a:lvl5pPr>
              <a:defRPr sz="1500" b="1">
                <a:solidFill>
                  <a:srgbClr val="18243B"/>
                </a:solidFill>
                <a:latin typeface="Noto Sans KR"/>
                <a:ea typeface="Noto Sans KR"/>
                <a:cs typeface="Noto Sans KR"/>
              </a:defRPr>
            </a:lvl5pPr>
            <a:lvl6pPr>
              <a:defRPr sz="1500" b="1">
                <a:solidFill>
                  <a:srgbClr val="18243B"/>
                </a:solidFill>
                <a:latin typeface="Noto Sans KR"/>
                <a:ea typeface="Noto Sans KR"/>
                <a:cs typeface="Noto Sans KR"/>
              </a:defRPr>
            </a:lvl6pPr>
            <a:lvl7pPr>
              <a:defRPr sz="1500" b="1">
                <a:solidFill>
                  <a:srgbClr val="18243B"/>
                </a:solidFill>
                <a:latin typeface="Noto Sans KR"/>
                <a:ea typeface="Noto Sans KR"/>
                <a:cs typeface="Noto Sans KR"/>
              </a:defRPr>
            </a:lvl7pPr>
            <a:lvl8pPr>
              <a:defRPr sz="1500" b="1">
                <a:solidFill>
                  <a:srgbClr val="18243B"/>
                </a:solidFill>
                <a:latin typeface="Noto Sans KR"/>
                <a:ea typeface="Noto Sans KR"/>
                <a:cs typeface="Noto Sans KR"/>
              </a:defRPr>
            </a:lvl8pPr>
            <a:lvl9pPr>
              <a:defRPr sz="1500" b="1">
                <a:solidFill>
                  <a:srgbClr val="18243B"/>
                </a:solidFill>
                <a:latin typeface="Noto Sans KR"/>
                <a:ea typeface="Noto Sans KR"/>
                <a:cs typeface="Noto Sans KR"/>
              </a:defRPr>
            </a:lvl9pPr>
          </a:lstStyle>
          <a:p xmlns:a="http://schemas.openxmlformats.org/drawingml/2006/main">
            <a:pPr>
              <a:defRPr sz="1500" b="1">
                <a:solidFill>
                  <a:srgbClr val="18243B"/>
                </a:solidFill>
                <a:latin typeface="Noto Sans KR"/>
                <a:ea typeface="Noto Sans KR"/>
                <a:cs typeface="Noto Sans KR"/>
              </a:defRPr>
            </a:pPr>
            <a:r>
              <a:rPr sz="1500" b="1">
                <a:solidFill>
                  <a:srgbClr val="18243B"/>
                </a:solidFill>
                <a:latin typeface="Noto Sans KR"/>
                <a:ea typeface="Noto Sans KR"/>
                <a:cs typeface="Noto Sans KR"/>
              </a:rPr>
              <a:t>답·근거</a:t>
            </a:r>
          </a:p>
          <a:p xmlns:a="http://schemas.openxmlformats.org/drawingml/2006/main">
            <a:pPr>
              <a:defRPr sz="1500" b="1">
                <a:solidFill>
                  <a:srgbClr val="18243B"/>
                </a:solidFill>
                <a:latin typeface="Noto Sans KR"/>
                <a:ea typeface="Noto Sans KR"/>
                <a:cs typeface="Noto Sans KR"/>
              </a:defRPr>
            </a:pPr>
            <a:r>
              <a:rPr sz="1500" b="1">
                <a:solidFill>
                  <a:srgbClr val="18243B"/>
                </a:solidFill>
                <a:latin typeface="Noto Sans KR"/>
                <a:ea typeface="Noto Sans KR"/>
                <a:cs typeface="Noto Sans KR"/>
              </a:rPr>
              <a:t>비교 어려움</a:t>
            </a:r>
          </a:p>
        </p:txBody>
      </p:sp>
      <p:sp>
        <p:nvSpPr>
          <p:cNvPr id="6" name="">
            <a:extLst xmlns:a="http://schemas.openxmlformats.org/drawingml/2006/main">
              <a:ext uri="{FF2B5EF4-FFF2-40B4-BE49-F238E27FC236}">
                <a16:creationId xmlns:a16="http://schemas.microsoft.com/office/drawing/2014/main" id="{8F73F5BA-78E0-4AAF-B202-F81E4F3ECEEC}"/>
              </a:ext>
            </a:extLst>
          </p:cNvPr>
          <p:cNvSpPr>
            <a:spLocks xmlns:a="http://schemas.openxmlformats.org/drawingml/2006/main" noGrp="1"/>
          </p:cNvSpPr>
          <p:nvPr/>
        </p:nvSpPr>
        <p:spPr>
          <a:xfrm xmlns:a="http://schemas.openxmlformats.org/drawingml/2006/main">
            <a:off x="952500" y="1238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모바일 UX</a:t>
            </a:r>
          </a:p>
        </p:txBody>
      </p:sp>
      <p:sp>
        <p:nvSpPr>
          <p:cNvPr id="7" name="">
            <a:extLst xmlns:a="http://schemas.openxmlformats.org/drawingml/2006/main">
              <a:ext uri="{FF2B5EF4-FFF2-40B4-BE49-F238E27FC236}">
                <a16:creationId xmlns:a16="http://schemas.microsoft.com/office/drawing/2014/main" id="{536035A3-C18A-461E-BC2B-BAD4D33F78C5}"/>
              </a:ext>
            </a:extLst>
          </p:cNvPr>
          <p:cNvSpPr>
            <a:spLocks xmlns:a="http://schemas.openxmlformats.org/drawingml/2006/main" noGrp="1"/>
          </p:cNvSpPr>
          <p:nvPr/>
        </p:nvSpPr>
        <p:spPr>
          <a:xfrm xmlns:a="http://schemas.openxmlformats.org/drawingml/2006/main">
            <a:off x="952500" y="1571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좁은 화면·긴 스크롤</a:t>
            </a:r>
          </a:p>
        </p:txBody>
      </p:sp>
      <p:sp>
        <p:nvSpPr>
          <p:cNvPr id="8" name="">
            <a:extLst xmlns:a="http://schemas.openxmlformats.org/drawingml/2006/main">
              <a:ext uri="{FF2B5EF4-FFF2-40B4-BE49-F238E27FC236}">
                <a16:creationId xmlns:a16="http://schemas.microsoft.com/office/drawing/2014/main" id="{00287B70-99D5-490A-A0BB-540590C3683E}"/>
              </a:ext>
            </a:extLst>
          </p:cNvPr>
          <p:cNvSpPr>
            <a:spLocks xmlns:a="http://schemas.openxmlformats.org/drawingml/2006/main" noGrp="1"/>
          </p:cNvSpPr>
          <p:nvPr/>
        </p:nvSpPr>
        <p:spPr>
          <a:xfrm xmlns:a="http://schemas.openxmlformats.org/drawingml/2006/main">
            <a:off x="2000250" y="2019300"/>
            <a:ext cx="571500" cy="695325"/>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9" name="">
            <a:extLst xmlns:a="http://schemas.openxmlformats.org/drawingml/2006/main">
              <a:ext uri="{FF2B5EF4-FFF2-40B4-BE49-F238E27FC236}">
                <a16:creationId xmlns:a16="http://schemas.microsoft.com/office/drawing/2014/main" id="{D332926E-61BE-4F68-9AE5-4162228F1787}"/>
              </a:ext>
            </a:extLst>
          </p:cNvPr>
          <p:cNvSpPr>
            <a:spLocks xmlns:a="http://schemas.openxmlformats.org/drawingml/2006/main" noGrp="1"/>
          </p:cNvSpPr>
          <p:nvPr/>
        </p:nvSpPr>
        <p:spPr>
          <a:xfrm xmlns:a="http://schemas.openxmlformats.org/drawingml/2006/main">
            <a:off x="3238500" y="1238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사용성</a:t>
            </a:r>
          </a:p>
        </p:txBody>
      </p:sp>
      <p:sp>
        <p:nvSpPr>
          <p:cNvPr id="10" name="">
            <a:extLst xmlns:a="http://schemas.openxmlformats.org/drawingml/2006/main">
              <a:ext uri="{FF2B5EF4-FFF2-40B4-BE49-F238E27FC236}">
                <a16:creationId xmlns:a16="http://schemas.microsoft.com/office/drawing/2014/main" id="{EEA5F4A4-09B7-4F47-A985-B0DE18D55244}"/>
              </a:ext>
            </a:extLst>
          </p:cNvPr>
          <p:cNvSpPr>
            <a:spLocks xmlns:a="http://schemas.openxmlformats.org/drawingml/2006/main" noGrp="1"/>
          </p:cNvSpPr>
          <p:nvPr/>
        </p:nvSpPr>
        <p:spPr>
          <a:xfrm xmlns:a="http://schemas.openxmlformats.org/drawingml/2006/main">
            <a:off x="3238500" y="1571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정보 위계 부족</a:t>
            </a:r>
          </a:p>
        </p:txBody>
      </p:sp>
      <p:sp>
        <p:nvSpPr>
          <p:cNvPr id="11" name="">
            <a:extLst xmlns:a="http://schemas.openxmlformats.org/drawingml/2006/main">
              <a:ext uri="{FF2B5EF4-FFF2-40B4-BE49-F238E27FC236}">
                <a16:creationId xmlns:a16="http://schemas.microsoft.com/office/drawing/2014/main" id="{75252A22-3E3A-448C-B5AC-5BF69178C9AD}"/>
              </a:ext>
            </a:extLst>
          </p:cNvPr>
          <p:cNvSpPr>
            <a:spLocks xmlns:a="http://schemas.openxmlformats.org/drawingml/2006/main" noGrp="1"/>
          </p:cNvSpPr>
          <p:nvPr/>
        </p:nvSpPr>
        <p:spPr>
          <a:xfrm xmlns:a="http://schemas.openxmlformats.org/drawingml/2006/main">
            <a:off x="4286250" y="2019300"/>
            <a:ext cx="571500" cy="695325"/>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12" name="">
            <a:extLst xmlns:a="http://schemas.openxmlformats.org/drawingml/2006/main">
              <a:ext uri="{FF2B5EF4-FFF2-40B4-BE49-F238E27FC236}">
                <a16:creationId xmlns:a16="http://schemas.microsoft.com/office/drawing/2014/main" id="{B5B9395B-F7FD-4987-A5EB-12D70E4A095C}"/>
              </a:ext>
            </a:extLst>
          </p:cNvPr>
          <p:cNvSpPr>
            <a:spLocks xmlns:a="http://schemas.openxmlformats.org/drawingml/2006/main" noGrp="1"/>
          </p:cNvSpPr>
          <p:nvPr/>
        </p:nvSpPr>
        <p:spPr>
          <a:xfrm xmlns:a="http://schemas.openxmlformats.org/drawingml/2006/main">
            <a:off x="5524500" y="1238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데이터</a:t>
            </a:r>
          </a:p>
        </p:txBody>
      </p:sp>
      <p:sp>
        <p:nvSpPr>
          <p:cNvPr id="13" name="">
            <a:extLst xmlns:a="http://schemas.openxmlformats.org/drawingml/2006/main">
              <a:ext uri="{FF2B5EF4-FFF2-40B4-BE49-F238E27FC236}">
                <a16:creationId xmlns:a16="http://schemas.microsoft.com/office/drawing/2014/main" id="{CE1FB36F-DED7-40D3-BFA4-3C82360F4FD8}"/>
              </a:ext>
            </a:extLst>
          </p:cNvPr>
          <p:cNvSpPr>
            <a:spLocks xmlns:a="http://schemas.openxmlformats.org/drawingml/2006/main" noGrp="1"/>
          </p:cNvSpPr>
          <p:nvPr/>
        </p:nvSpPr>
        <p:spPr>
          <a:xfrm xmlns:a="http://schemas.openxmlformats.org/drawingml/2006/main">
            <a:off x="5524500" y="1571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문항 대응 불명확</a:t>
            </a:r>
          </a:p>
        </p:txBody>
      </p:sp>
      <p:sp>
        <p:nvSpPr>
          <p:cNvPr id="14" name="">
            <a:extLst xmlns:a="http://schemas.openxmlformats.org/drawingml/2006/main">
              <a:ext uri="{FF2B5EF4-FFF2-40B4-BE49-F238E27FC236}">
                <a16:creationId xmlns:a16="http://schemas.microsoft.com/office/drawing/2014/main" id="{6B690E7D-B08A-411C-86BB-2C037C0A7F8C}"/>
              </a:ext>
            </a:extLst>
          </p:cNvPr>
          <p:cNvSpPr>
            <a:spLocks xmlns:a="http://schemas.openxmlformats.org/drawingml/2006/main" noGrp="1"/>
          </p:cNvSpPr>
          <p:nvPr/>
        </p:nvSpPr>
        <p:spPr>
          <a:xfrm xmlns:a="http://schemas.openxmlformats.org/drawingml/2006/main">
            <a:off x="6572250" y="2019300"/>
            <a:ext cx="571500" cy="695325"/>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15" name="">
            <a:extLst xmlns:a="http://schemas.openxmlformats.org/drawingml/2006/main">
              <a:ext uri="{FF2B5EF4-FFF2-40B4-BE49-F238E27FC236}">
                <a16:creationId xmlns:a16="http://schemas.microsoft.com/office/drawing/2014/main" id="{E980A772-45E2-4B48-89DB-BF8E7CC945BC}"/>
              </a:ext>
            </a:extLst>
          </p:cNvPr>
          <p:cNvSpPr>
            <a:spLocks xmlns:a="http://schemas.openxmlformats.org/drawingml/2006/main" noGrp="1"/>
          </p:cNvSpPr>
          <p:nvPr/>
        </p:nvSpPr>
        <p:spPr>
          <a:xfrm xmlns:a="http://schemas.openxmlformats.org/drawingml/2006/main">
            <a:off x="952500" y="3524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API</a:t>
            </a:r>
          </a:p>
        </p:txBody>
      </p:sp>
      <p:sp>
        <p:nvSpPr>
          <p:cNvPr id="16" name="">
            <a:extLst xmlns:a="http://schemas.openxmlformats.org/drawingml/2006/main">
              <a:ext uri="{FF2B5EF4-FFF2-40B4-BE49-F238E27FC236}">
                <a16:creationId xmlns:a16="http://schemas.microsoft.com/office/drawing/2014/main" id="{A089CB58-C355-42C3-AB16-0BF0DBDC8877}"/>
              </a:ext>
            </a:extLst>
          </p:cNvPr>
          <p:cNvSpPr>
            <a:spLocks xmlns:a="http://schemas.openxmlformats.org/drawingml/2006/main" noGrp="1"/>
          </p:cNvSpPr>
          <p:nvPr/>
        </p:nvSpPr>
        <p:spPr>
          <a:xfrm xmlns:a="http://schemas.openxmlformats.org/drawingml/2006/main">
            <a:off x="952500" y="3857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화면별 재조립</a:t>
            </a:r>
          </a:p>
        </p:txBody>
      </p:sp>
      <p:sp>
        <p:nvSpPr>
          <p:cNvPr id="17" name="">
            <a:extLst xmlns:a="http://schemas.openxmlformats.org/drawingml/2006/main">
              <a:ext uri="{FF2B5EF4-FFF2-40B4-BE49-F238E27FC236}">
                <a16:creationId xmlns:a16="http://schemas.microsoft.com/office/drawing/2014/main" id="{FF95D23B-F14D-467C-8CF8-A1CB8FA2F939}"/>
              </a:ext>
            </a:extLst>
          </p:cNvPr>
          <p:cNvSpPr>
            <a:spLocks xmlns:a="http://schemas.openxmlformats.org/drawingml/2006/main" noGrp="1"/>
          </p:cNvSpPr>
          <p:nvPr/>
        </p:nvSpPr>
        <p:spPr>
          <a:xfrm xmlns:a="http://schemas.openxmlformats.org/drawingml/2006/main">
            <a:off x="2000250" y="2714625"/>
            <a:ext cx="571500" cy="762000"/>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18" name="">
            <a:extLst xmlns:a="http://schemas.openxmlformats.org/drawingml/2006/main">
              <a:ext uri="{FF2B5EF4-FFF2-40B4-BE49-F238E27FC236}">
                <a16:creationId xmlns:a16="http://schemas.microsoft.com/office/drawing/2014/main" id="{E5B46DDB-B37D-4947-A0B5-3F93C23A1554}"/>
              </a:ext>
            </a:extLst>
          </p:cNvPr>
          <p:cNvSpPr>
            <a:spLocks xmlns:a="http://schemas.openxmlformats.org/drawingml/2006/main" noGrp="1"/>
          </p:cNvSpPr>
          <p:nvPr/>
        </p:nvSpPr>
        <p:spPr>
          <a:xfrm xmlns:a="http://schemas.openxmlformats.org/drawingml/2006/main">
            <a:off x="3238500" y="3524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네트워크</a:t>
            </a:r>
          </a:p>
        </p:txBody>
      </p:sp>
      <p:sp>
        <p:nvSpPr>
          <p:cNvPr id="19" name="">
            <a:extLst xmlns:a="http://schemas.openxmlformats.org/drawingml/2006/main">
              <a:ext uri="{FF2B5EF4-FFF2-40B4-BE49-F238E27FC236}">
                <a16:creationId xmlns:a16="http://schemas.microsoft.com/office/drawing/2014/main" id="{9C22B2B7-CF13-47BF-A47C-3B087ED29731}"/>
              </a:ext>
            </a:extLst>
          </p:cNvPr>
          <p:cNvSpPr>
            <a:spLocks xmlns:a="http://schemas.openxmlformats.org/drawingml/2006/main" noGrp="1"/>
          </p:cNvSpPr>
          <p:nvPr/>
        </p:nvSpPr>
        <p:spPr>
          <a:xfrm xmlns:a="http://schemas.openxmlformats.org/drawingml/2006/main">
            <a:off x="3238500" y="3857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실패·빈 결과 혼동</a:t>
            </a:r>
          </a:p>
        </p:txBody>
      </p:sp>
      <p:sp>
        <p:nvSpPr>
          <p:cNvPr id="20" name="">
            <a:extLst xmlns:a="http://schemas.openxmlformats.org/drawingml/2006/main">
              <a:ext uri="{FF2B5EF4-FFF2-40B4-BE49-F238E27FC236}">
                <a16:creationId xmlns:a16="http://schemas.microsoft.com/office/drawing/2014/main" id="{CA2EE6D5-D32E-4232-B7F9-ED5722772CF8}"/>
              </a:ext>
            </a:extLst>
          </p:cNvPr>
          <p:cNvSpPr>
            <a:spLocks xmlns:a="http://schemas.openxmlformats.org/drawingml/2006/main" noGrp="1"/>
          </p:cNvSpPr>
          <p:nvPr/>
        </p:nvSpPr>
        <p:spPr>
          <a:xfrm xmlns:a="http://schemas.openxmlformats.org/drawingml/2006/main">
            <a:off x="4286250" y="2714625"/>
            <a:ext cx="571500" cy="762000"/>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21" name="">
            <a:extLst xmlns:a="http://schemas.openxmlformats.org/drawingml/2006/main">
              <a:ext uri="{FF2B5EF4-FFF2-40B4-BE49-F238E27FC236}">
                <a16:creationId xmlns:a16="http://schemas.microsoft.com/office/drawing/2014/main" id="{EACE6C1B-02A9-4F6B-9451-7D1772E090EF}"/>
              </a:ext>
            </a:extLst>
          </p:cNvPr>
          <p:cNvSpPr>
            <a:spLocks xmlns:a="http://schemas.openxmlformats.org/drawingml/2006/main" noGrp="1"/>
          </p:cNvSpPr>
          <p:nvPr/>
        </p:nvSpPr>
        <p:spPr>
          <a:xfrm xmlns:a="http://schemas.openxmlformats.org/drawingml/2006/main">
            <a:off x="5524500" y="3524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4F609B"/>
                </a:solidFill>
                <a:latin typeface="Noto Sans KR"/>
                <a:ea typeface="Noto Sans KR"/>
                <a:cs typeface="Noto Sans KR"/>
              </a:defRPr>
            </a:defPPr>
            <a:lvl1pPr>
              <a:defRPr sz="1500" b="1">
                <a:solidFill>
                  <a:srgbClr val="4F609B"/>
                </a:solidFill>
                <a:latin typeface="Noto Sans KR"/>
                <a:ea typeface="Noto Sans KR"/>
                <a:cs typeface="Noto Sans KR"/>
              </a:defRPr>
            </a:lvl1pPr>
            <a:lvl2pPr>
              <a:defRPr sz="1500" b="1">
                <a:solidFill>
                  <a:srgbClr val="4F609B"/>
                </a:solidFill>
                <a:latin typeface="Noto Sans KR"/>
                <a:ea typeface="Noto Sans KR"/>
                <a:cs typeface="Noto Sans KR"/>
              </a:defRPr>
            </a:lvl2pPr>
            <a:lvl3pPr>
              <a:defRPr sz="1500" b="1">
                <a:solidFill>
                  <a:srgbClr val="4F609B"/>
                </a:solidFill>
                <a:latin typeface="Noto Sans KR"/>
                <a:ea typeface="Noto Sans KR"/>
                <a:cs typeface="Noto Sans KR"/>
              </a:defRPr>
            </a:lvl3pPr>
            <a:lvl4pPr>
              <a:defRPr sz="1500" b="1">
                <a:solidFill>
                  <a:srgbClr val="4F609B"/>
                </a:solidFill>
                <a:latin typeface="Noto Sans KR"/>
                <a:ea typeface="Noto Sans KR"/>
                <a:cs typeface="Noto Sans KR"/>
              </a:defRPr>
            </a:lvl4pPr>
            <a:lvl5pPr>
              <a:defRPr sz="1500" b="1">
                <a:solidFill>
                  <a:srgbClr val="4F609B"/>
                </a:solidFill>
                <a:latin typeface="Noto Sans KR"/>
                <a:ea typeface="Noto Sans KR"/>
                <a:cs typeface="Noto Sans KR"/>
              </a:defRPr>
            </a:lvl5pPr>
            <a:lvl6pPr>
              <a:defRPr sz="1500" b="1">
                <a:solidFill>
                  <a:srgbClr val="4F609B"/>
                </a:solidFill>
                <a:latin typeface="Noto Sans KR"/>
                <a:ea typeface="Noto Sans KR"/>
                <a:cs typeface="Noto Sans KR"/>
              </a:defRPr>
            </a:lvl6pPr>
            <a:lvl7pPr>
              <a:defRPr sz="1500" b="1">
                <a:solidFill>
                  <a:srgbClr val="4F609B"/>
                </a:solidFill>
                <a:latin typeface="Noto Sans KR"/>
                <a:ea typeface="Noto Sans KR"/>
                <a:cs typeface="Noto Sans KR"/>
              </a:defRPr>
            </a:lvl7pPr>
            <a:lvl8pPr>
              <a:defRPr sz="1500" b="1">
                <a:solidFill>
                  <a:srgbClr val="4F609B"/>
                </a:solidFill>
                <a:latin typeface="Noto Sans KR"/>
                <a:ea typeface="Noto Sans KR"/>
                <a:cs typeface="Noto Sans KR"/>
              </a:defRPr>
            </a:lvl8pPr>
            <a:lvl9pPr>
              <a:defRPr sz="1500" b="1">
                <a:solidFill>
                  <a:srgbClr val="4F609B"/>
                </a:solidFill>
                <a:latin typeface="Noto Sans KR"/>
                <a:ea typeface="Noto Sans KR"/>
                <a:cs typeface="Noto Sans KR"/>
              </a:defRPr>
            </a:lvl9pPr>
          </a:lstStyle>
          <a:p xmlns:a="http://schemas.openxmlformats.org/drawingml/2006/main">
            <a:pPr>
              <a:defRPr sz="1500" b="1">
                <a:solidFill>
                  <a:srgbClr val="4F609B"/>
                </a:solidFill>
                <a:latin typeface="Noto Sans KR"/>
                <a:ea typeface="Noto Sans KR"/>
                <a:cs typeface="Noto Sans KR"/>
              </a:defRPr>
            </a:pPr>
            <a:r>
              <a:rPr sz="1500" b="1">
                <a:solidFill>
                  <a:srgbClr val="4F609B"/>
                </a:solidFill>
                <a:latin typeface="Noto Sans KR"/>
                <a:ea typeface="Noto Sans KR"/>
                <a:cs typeface="Noto Sans KR"/>
              </a:rPr>
              <a:t>프로세스</a:t>
            </a:r>
          </a:p>
        </p:txBody>
      </p:sp>
      <p:sp>
        <p:nvSpPr>
          <p:cNvPr id="22" name="">
            <a:extLst xmlns:a="http://schemas.openxmlformats.org/drawingml/2006/main">
              <a:ext uri="{FF2B5EF4-FFF2-40B4-BE49-F238E27FC236}">
                <a16:creationId xmlns:a16="http://schemas.microsoft.com/office/drawing/2014/main" id="{2821A702-E8DE-40E8-8BAA-BAD0C797ED8F}"/>
              </a:ext>
            </a:extLst>
          </p:cNvPr>
          <p:cNvSpPr>
            <a:spLocks xmlns:a="http://schemas.openxmlformats.org/drawingml/2006/main" noGrp="1"/>
          </p:cNvSpPr>
          <p:nvPr/>
        </p:nvSpPr>
        <p:spPr>
          <a:xfrm xmlns:a="http://schemas.openxmlformats.org/drawingml/2006/main">
            <a:off x="5524500" y="3857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대응 검토 조건 부족</a:t>
            </a:r>
          </a:p>
        </p:txBody>
      </p:sp>
      <p:sp>
        <p:nvSpPr>
          <p:cNvPr id="23" name="">
            <a:extLst xmlns:a="http://schemas.openxmlformats.org/drawingml/2006/main">
              <a:ext uri="{FF2B5EF4-FFF2-40B4-BE49-F238E27FC236}">
                <a16:creationId xmlns:a16="http://schemas.microsoft.com/office/drawing/2014/main" id="{3407D76C-7734-4749-B54F-091A6BA41CB8}"/>
              </a:ext>
            </a:extLst>
          </p:cNvPr>
          <p:cNvSpPr>
            <a:spLocks xmlns:a="http://schemas.openxmlformats.org/drawingml/2006/main" noGrp="1"/>
          </p:cNvSpPr>
          <p:nvPr/>
        </p:nvSpPr>
        <p:spPr>
          <a:xfrm xmlns:a="http://schemas.openxmlformats.org/drawingml/2006/main">
            <a:off x="6572250" y="2714625"/>
            <a:ext cx="571500" cy="762000"/>
          </a:xfrm>
          <a:prstGeom xmlns:a="http://schemas.openxmlformats.org/drawingml/2006/main" prst="line">
            <a:avLst/>
          </a:prstGeom>
          <a:noFill xmlns:a="http://schemas.openxmlformats.org/drawingml/2006/main"/>
          <a:ln xmlns:a="http://schemas.openxmlformats.org/drawingml/2006/main" w="19050">
            <a:solidFill>
              <a:srgbClr val="4F609B"/>
            </a:solidFill>
          </a:ln>
        </p:spPr>
      </p:sp>
      <p:sp>
        <p:nvSpPr>
          <p:cNvPr id="24" name="">
            <a:extLst xmlns:a="http://schemas.openxmlformats.org/drawingml/2006/main">
              <a:ext uri="{FF2B5EF4-FFF2-40B4-BE49-F238E27FC236}">
                <a16:creationId xmlns:a16="http://schemas.microsoft.com/office/drawing/2014/main" id="{6AA3F489-2A7B-4404-9291-E92D3CB03805}"/>
              </a:ext>
            </a:extLst>
          </p:cNvPr>
          <p:cNvSpPr>
            <a:spLocks xmlns:a="http://schemas.openxmlformats.org/drawingml/2006/main" noGrp="1"/>
          </p:cNvSpPr>
          <p:nvPr/>
        </p:nvSpPr>
        <p:spPr>
          <a:xfrm xmlns:a="http://schemas.openxmlformats.org/drawingml/2006/main">
            <a:off x="381000" y="4524375"/>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원인 후보는 설계 가설. Knowt 내부 구현을 조사한 결과가 아닙니다.</a:t>
            </a:r>
          </a:p>
        </p:txBody>
      </p:sp>
    </p:spTree>
    <p:extLst>
      <p:ext uri="{BB962C8B-B14F-4D97-AF65-F5344CB8AC3E}">
        <p14:creationId xmlns:p14="http://schemas.microsoft.com/office/powerpoint/2010/main" val="7881144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1DE99F-95F2-4DE1-9FA7-57DD5E6182E3}"/>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4단계</a:t>
            </a:r>
          </a:p>
        </p:txBody>
      </p:sp>
      <p:sp>
        <p:nvSpPr>
          <p:cNvPr id="2" name="">
            <a:extLst xmlns:a="http://schemas.openxmlformats.org/drawingml/2006/main">
              <a:ext uri="{FF2B5EF4-FFF2-40B4-BE49-F238E27FC236}">
                <a16:creationId xmlns:a16="http://schemas.microsoft.com/office/drawing/2014/main" id="{3E81E979-1AC4-4E7F-BAED-FBB246A66776}"/>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우선순위와 5 Why</a:t>
            </a:r>
          </a:p>
        </p:txBody>
      </p:sp>
      <p:sp>
        <p:nvSpPr>
          <p:cNvPr id="3" name="">
            <a:extLst xmlns:a="http://schemas.openxmlformats.org/drawingml/2006/main">
              <a:ext uri="{FF2B5EF4-FFF2-40B4-BE49-F238E27FC236}">
                <a16:creationId xmlns:a16="http://schemas.microsoft.com/office/drawing/2014/main" id="{5B7B969F-A3E2-4A28-AF18-AAC20E44BB16}"/>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18</a:t>
            </a:r>
          </a:p>
        </p:txBody>
      </p:sp>
      <p:graphicFrame>
        <p:nvGraphicFramePr>
          <p:cNvPr id="4" name="">
            <a:extLst xmlns:a="http://schemas.openxmlformats.org/drawingml/2006/main">
              <a:ext uri="{FF2B5EF4-FFF2-40B4-BE49-F238E27FC236}">
                <a16:creationId xmlns:a16="http://schemas.microsoft.com/office/drawing/2014/main" id="{EC703BCB-8E7D-499E-A70B-43F1E02F22F1}"/>
              </a:ext>
            </a:extLst>
          </p:cNvPr>
          <p:cNvGraphicFramePr/>
          <p:nvPr/>
        </p:nvGraphicFramePr>
        <p:xfrm>
          <a:off xmlns:a="http://schemas.openxmlformats.org/drawingml/2006/main" x="381000" y="1190625"/>
          <a:ext xmlns:a="http://schemas.openxmlformats.org/drawingml/2006/main" cx="8382000" cy="2857500"/>
        </p:xfrm>
        <a:graphic xmlns:a="http://schemas.openxmlformats.org/drawingml/2006/main">
          <a:graphicData uri="http://schemas.openxmlformats.org/drawingml/2006/table">
            <a:tbl>
              <a:tblPr/>
              <a:tblGrid>
                <a:gridCol w="809625"/>
                <a:gridCol w="7572375"/>
              </a:tblGrid>
              <a:tr h="476250">
                <a:tc>
                  <a:txBody>
                    <a:bodyPr/>
                    <a:lstStyle/>
                    <a:p>
                      <a:r>
                        <a:rPr sz="1275" b="1">
                          <a:solidFill>
                            <a:srgbClr val="FFFFFF"/>
                          </a:solidFill>
                          <a:latin typeface="Noto Sans KR"/>
                          <a:ea typeface="Noto Sans KR"/>
                          <a:cs typeface="Noto Sans KR"/>
                        </a:rPr>
                        <a:t>단계</a:t>
                      </a:r>
                    </a:p>
                  </a:txBody>
                  <a:tcPr marL="91440" marR="91440" marT="45720" marB="45720">
                    <a:solidFill>
                      <a:srgbClr val="18243B"/>
                    </a:solidFill>
                  </a:tcPr>
                </a:tc>
                <a:tc>
                  <a:txBody>
                    <a:bodyPr/>
                    <a:lstStyle/>
                    <a:p>
                      <a:r>
                        <a:rPr sz="1275" b="1">
                          <a:solidFill>
                            <a:srgbClr val="FFFFFF"/>
                          </a:solidFill>
                          <a:latin typeface="Noto Sans KR"/>
                          <a:ea typeface="Noto Sans KR"/>
                          <a:cs typeface="Noto Sans KR"/>
                        </a:rPr>
                        <a:t>원인 가설</a:t>
                      </a:r>
                    </a:p>
                  </a:txBody>
                  <a:tcPr marL="91440" marR="91440" marT="45720" marB="45720">
                    <a:solidFill>
                      <a:srgbClr val="18243B"/>
                    </a:solidFill>
                  </a:tcPr>
                </a:tc>
              </a:tr>
              <a:tr h="476250">
                <a:tc>
                  <a:txBody>
                    <a:bodyPr/>
                    <a:lstStyle/>
                    <a:p>
                      <a:r>
                        <a:rPr sz="1275" b="0">
                          <a:solidFill>
                            <a:srgbClr val="18243B"/>
                          </a:solidFill>
                          <a:latin typeface="Noto Sans KR"/>
                          <a:ea typeface="Noto Sans KR"/>
                          <a:cs typeface="Noto Sans KR"/>
                        </a:rPr>
                        <a:t>1</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복습 시 원래 보기와 다르다는 경험 때문에 비교가 어렵다(R06)</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2</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화면 전환에서 문항·보기·답의 연결이 유지되지 않을 수 있다</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3</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화면마다 데이터를 별도 조립할 수 있다</a:t>
                      </a:r>
                    </a:p>
                  </a:txBody>
                  <a:tcPr marL="91440" marR="91440" marT="45720" marB="45720">
                    <a:solidFill>
                      <a:srgbClr val="F2F5FA"/>
                    </a:solidFill>
                  </a:tcPr>
                </a:tc>
              </a:tr>
              <a:tr h="476250">
                <a:tc>
                  <a:txBody>
                    <a:bodyPr/>
                    <a:lstStyle/>
                    <a:p>
                      <a:r>
                        <a:rPr sz="1275" b="0">
                          <a:solidFill>
                            <a:srgbClr val="18243B"/>
                          </a:solidFill>
                          <a:latin typeface="Noto Sans KR"/>
                          <a:ea typeface="Noto Sans KR"/>
                          <a:cs typeface="Noto Sans KR"/>
                        </a:rPr>
                        <a:t>4</a:t>
                      </a:r>
                    </a:p>
                  </a:txBody>
                  <a:tcPr marL="91440" marR="91440" marT="45720" marB="45720">
                    <a:solidFill>
                      <a:srgbClr val="FFFFFF"/>
                    </a:solidFill>
                  </a:tcPr>
                </a:tc>
                <a:tc>
                  <a:txBody>
                    <a:bodyPr/>
                    <a:lstStyle/>
                    <a:p>
                      <a:r>
                        <a:rPr sz="1275" b="0">
                          <a:solidFill>
                            <a:srgbClr val="18243B"/>
                          </a:solidFill>
                          <a:latin typeface="Noto Sans KR"/>
                          <a:ea typeface="Noto Sans KR"/>
                          <a:cs typeface="Noto Sans KR"/>
                        </a:rPr>
                        <a:t>동일 ID로 전후 화면을 비교하는 검토 조건이 없을 수 있다</a:t>
                      </a:r>
                    </a:p>
                  </a:txBody>
                  <a:tcPr marL="91440" marR="91440" marT="45720" marB="45720">
                    <a:solidFill>
                      <a:srgbClr val="FFFFFF"/>
                    </a:solidFill>
                  </a:tcPr>
                </a:tc>
              </a:tr>
              <a:tr h="476250">
                <a:tc>
                  <a:txBody>
                    <a:bodyPr/>
                    <a:lstStyle/>
                    <a:p>
                      <a:r>
                        <a:rPr sz="1275" b="0">
                          <a:solidFill>
                            <a:srgbClr val="18243B"/>
                          </a:solidFill>
                          <a:latin typeface="Noto Sans KR"/>
                          <a:ea typeface="Noto Sans KR"/>
                          <a:cs typeface="Noto Sans KR"/>
                        </a:rPr>
                        <a:t>5</a:t>
                      </a:r>
                    </a:p>
                  </a:txBody>
                  <a:tcPr marL="91440" marR="91440" marT="45720" marB="45720">
                    <a:solidFill>
                      <a:srgbClr val="F2F5FA"/>
                    </a:solidFill>
                  </a:tcPr>
                </a:tc>
                <a:tc>
                  <a:txBody>
                    <a:bodyPr/>
                    <a:lstStyle/>
                    <a:p>
                      <a:r>
                        <a:rPr sz="1275" b="0">
                          <a:solidFill>
                            <a:srgbClr val="18243B"/>
                          </a:solidFill>
                          <a:latin typeface="Noto Sans KR"/>
                          <a:ea typeface="Noto Sans KR"/>
                          <a:cs typeface="Noto Sans KR"/>
                        </a:rPr>
                        <a:t>완료 기준이 화면 열기에 그치고 문항 대응을 포함하지 않았을 수 있다</a:t>
                      </a:r>
                    </a:p>
                  </a:txBody>
                  <a:tcPr marL="91440" marR="91440" marT="45720" marB="45720">
                    <a:solidFill>
                      <a:srgbClr val="F2F5FA"/>
                    </a:solidFill>
                  </a:tcPr>
                </a:tc>
              </a:tr>
            </a:tbl>
          </a:graphicData>
        </a:graphic>
      </p:graphicFrame>
      <p:sp>
        <p:nvSpPr>
          <p:cNvPr id="5" name="">
            <a:extLst xmlns:a="http://schemas.openxmlformats.org/drawingml/2006/main">
              <a:ext uri="{FF2B5EF4-FFF2-40B4-BE49-F238E27FC236}">
                <a16:creationId xmlns:a16="http://schemas.microsoft.com/office/drawing/2014/main" id="{3D24325D-FF7E-4B91-B860-76D499C78614}"/>
              </a:ext>
            </a:extLst>
          </p:cNvPr>
          <p:cNvSpPr>
            <a:spLocks xmlns:a="http://schemas.openxmlformats.org/drawingml/2006/main" noGrp="1"/>
          </p:cNvSpPr>
          <p:nvPr/>
        </p:nvSpPr>
        <p:spPr>
          <a:xfrm xmlns:a="http://schemas.openxmlformats.org/drawingml/2006/main">
            <a:off x="381000" y="4191000"/>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4F609B"/>
                </a:solidFill>
                <a:latin typeface="Noto Sans KR"/>
                <a:ea typeface="Noto Sans KR"/>
                <a:cs typeface="Noto Sans KR"/>
              </a:defRPr>
            </a:defPPr>
            <a:lvl1pPr>
              <a:defRPr sz="1275" b="0">
                <a:solidFill>
                  <a:srgbClr val="4F609B"/>
                </a:solidFill>
                <a:latin typeface="Noto Sans KR"/>
                <a:ea typeface="Noto Sans KR"/>
                <a:cs typeface="Noto Sans KR"/>
              </a:defRPr>
            </a:lvl1pPr>
            <a:lvl2pPr>
              <a:defRPr sz="1275" b="0">
                <a:solidFill>
                  <a:srgbClr val="4F609B"/>
                </a:solidFill>
                <a:latin typeface="Noto Sans KR"/>
                <a:ea typeface="Noto Sans KR"/>
                <a:cs typeface="Noto Sans KR"/>
              </a:defRPr>
            </a:lvl2pPr>
            <a:lvl3pPr>
              <a:defRPr sz="1275" b="0">
                <a:solidFill>
                  <a:srgbClr val="4F609B"/>
                </a:solidFill>
                <a:latin typeface="Noto Sans KR"/>
                <a:ea typeface="Noto Sans KR"/>
                <a:cs typeface="Noto Sans KR"/>
              </a:defRPr>
            </a:lvl3pPr>
            <a:lvl4pPr>
              <a:defRPr sz="1275" b="0">
                <a:solidFill>
                  <a:srgbClr val="4F609B"/>
                </a:solidFill>
                <a:latin typeface="Noto Sans KR"/>
                <a:ea typeface="Noto Sans KR"/>
                <a:cs typeface="Noto Sans KR"/>
              </a:defRPr>
            </a:lvl4pPr>
            <a:lvl5pPr>
              <a:defRPr sz="1275" b="0">
                <a:solidFill>
                  <a:srgbClr val="4F609B"/>
                </a:solidFill>
                <a:latin typeface="Noto Sans KR"/>
                <a:ea typeface="Noto Sans KR"/>
                <a:cs typeface="Noto Sans KR"/>
              </a:defRPr>
            </a:lvl5pPr>
            <a:lvl6pPr>
              <a:defRPr sz="1275" b="0">
                <a:solidFill>
                  <a:srgbClr val="4F609B"/>
                </a:solidFill>
                <a:latin typeface="Noto Sans KR"/>
                <a:ea typeface="Noto Sans KR"/>
                <a:cs typeface="Noto Sans KR"/>
              </a:defRPr>
            </a:lvl6pPr>
            <a:lvl7pPr>
              <a:defRPr sz="1275" b="0">
                <a:solidFill>
                  <a:srgbClr val="4F609B"/>
                </a:solidFill>
                <a:latin typeface="Noto Sans KR"/>
                <a:ea typeface="Noto Sans KR"/>
                <a:cs typeface="Noto Sans KR"/>
              </a:defRPr>
            </a:lvl7pPr>
            <a:lvl8pPr>
              <a:defRPr sz="1275" b="0">
                <a:solidFill>
                  <a:srgbClr val="4F609B"/>
                </a:solidFill>
                <a:latin typeface="Noto Sans KR"/>
                <a:ea typeface="Noto Sans KR"/>
                <a:cs typeface="Noto Sans KR"/>
              </a:defRPr>
            </a:lvl8pPr>
            <a:lvl9pPr>
              <a:defRPr sz="1275" b="0">
                <a:solidFill>
                  <a:srgbClr val="4F609B"/>
                </a:solidFill>
                <a:latin typeface="Noto Sans KR"/>
                <a:ea typeface="Noto Sans KR"/>
                <a:cs typeface="Noto Sans KR"/>
              </a:defRPr>
            </a:lvl9pPr>
          </a:lstStyle>
          <a:p xmlns:a="http://schemas.openxmlformats.org/drawingml/2006/main">
            <a:pPr>
              <a:defRPr sz="1275" b="0">
                <a:solidFill>
                  <a:srgbClr val="4F609B"/>
                </a:solidFill>
                <a:latin typeface="Noto Sans KR"/>
                <a:ea typeface="Noto Sans KR"/>
                <a:cs typeface="Noto Sans KR"/>
              </a:defRPr>
            </a:pPr>
            <a:r>
              <a:rPr sz="1275" b="0">
                <a:solidFill>
                  <a:srgbClr val="4F609B"/>
                </a:solidFill>
                <a:latin typeface="Noto Sans KR"/>
                <a:ea typeface="Noto Sans KR"/>
                <a:cs typeface="Noto Sans KR"/>
              </a:rPr>
              <a:t>우선순위: 핵심 학습 과업에 직접 연결되고 UI 범위에서 대응 가능</a:t>
            </a:r>
          </a:p>
          <a:p xmlns:a="http://schemas.openxmlformats.org/drawingml/2006/main">
            <a:pPr>
              <a:defRPr sz="1275" b="0">
                <a:solidFill>
                  <a:srgbClr val="4F609B"/>
                </a:solidFill>
                <a:latin typeface="Noto Sans KR"/>
                <a:ea typeface="Noto Sans KR"/>
                <a:cs typeface="Noto Sans KR"/>
              </a:defRPr>
            </a:pPr>
            <a:r>
              <a:rPr sz="1275" b="0">
                <a:solidFill>
                  <a:srgbClr val="4F609B"/>
                </a:solidFill>
                <a:latin typeface="Noto Sans KR"/>
                <a:ea typeface="Noto Sans KR"/>
                <a:cs typeface="Noto Sans KR"/>
              </a:rPr>
              <a:t>설계 대응: 같은 questions + index 전달, 문항별 답·근거 테스트</a:t>
            </a:r>
          </a:p>
        </p:txBody>
      </p:sp>
    </p:spTree>
    <p:extLst>
      <p:ext uri="{BB962C8B-B14F-4D97-AF65-F5344CB8AC3E}">
        <p14:creationId xmlns:p14="http://schemas.microsoft.com/office/powerpoint/2010/main" val="2005980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CD89C8-8545-4999-B528-F4591C9E7780}"/>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3C02DDAF-3936-43BF-9C4E-72B0A9AD54F6}"/>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I 강의 입력 요소 분석</a:t>
            </a:r>
          </a:p>
        </p:txBody>
      </p:sp>
      <p:sp>
        <p:nvSpPr>
          <p:cNvPr id="3" name="">
            <a:extLst xmlns:a="http://schemas.openxmlformats.org/drawingml/2006/main">
              <a:ext uri="{FF2B5EF4-FFF2-40B4-BE49-F238E27FC236}">
                <a16:creationId xmlns:a16="http://schemas.microsoft.com/office/drawing/2014/main" id="{DB622346-A170-4036-81B1-B52118199AAF}"/>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19</a:t>
            </a:r>
          </a:p>
        </p:txBody>
      </p:sp>
      <p:pic>
        <p:nvPicPr>
          <p:cNvPr id="4" name="">
            <a:extLst xmlns:a="http://schemas.openxmlformats.org/drawingml/2006/main">
              <a:ext uri="{FF2B5EF4-FFF2-40B4-BE49-F238E27FC236}">
                <a16:creationId xmlns:a16="http://schemas.microsoft.com/office/drawing/2014/main" id="{E4E8BEE8-073D-4091-B076-D8E3948FF428}"/>
              </a:ext>
            </a:extLst>
          </p:cNvPr>
          <p:cNvPicPr>
            <a:picLocks xmlns:a="http://schemas.openxmlformats.org/drawingml/2006/main" noChangeAspect="1"/>
          </p:cNvPicPr>
          <p:nvPr/>
        </p:nvPicPr>
        <p:blipFill>
          <a:blip xmlns:r="http://schemas.openxmlformats.org/officeDocument/2006/relationships" xmlns:a="http://schemas.openxmlformats.org/drawingml/2006/main" r:embed="R06ff74da15ce47f1"/>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7564B8DF-B9CE-4DE6-98F9-C5FE4C6789E4}"/>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714375">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714375">
                <a:tc>
                  <a:txBody>
                    <a:bodyPr/>
                    <a:lstStyle/>
                    <a:p>
                      <a:r>
                        <a:rPr sz="975" b="0">
                          <a:solidFill>
                            <a:srgbClr val="18243B"/>
                          </a:solidFill>
                          <a:latin typeface="Noto Sans KR"/>
                          <a:ea typeface="Noto Sans KR"/>
                          <a:cs typeface="Noto Sans KR"/>
                        </a:rPr>
                        <a:t>I-1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TextField</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강의 내용</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P05 큰 입력 영역; 빈 입력 안내</a:t>
                      </a:r>
                    </a:p>
                  </a:txBody>
                  <a:tcPr marL="91440" marR="91440" marT="45720" marB="45720">
                    <a:solidFill>
                      <a:srgbClr val="F2F5FA"/>
                    </a:solidFill>
                  </a:tcPr>
                </a:tc>
              </a:tr>
              <a:tr h="714375">
                <a:tc>
                  <a:txBody>
                    <a:bodyPr/>
                    <a:lstStyle/>
                    <a:p>
                      <a:r>
                        <a:rPr sz="975" b="0">
                          <a:solidFill>
                            <a:srgbClr val="18243B"/>
                          </a:solidFill>
                          <a:latin typeface="Noto Sans KR"/>
                          <a:ea typeface="Noto Sans KR"/>
                          <a:cs typeface="Noto Sans KR"/>
                        </a:rPr>
                        <a:t>I-2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TextButton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예시 강의 불러오기</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P06 빈 상태에서 시작 부담 감소</a:t>
                      </a:r>
                    </a:p>
                  </a:txBody>
                  <a:tcPr marL="91440" marR="91440" marT="45720" marB="45720">
                    <a:solidFill>
                      <a:srgbClr val="FFFFFF"/>
                    </a:solidFill>
                  </a:tcPr>
                </a:tc>
              </a:tr>
              <a:tr h="714375">
                <a:tc>
                  <a:txBody>
                    <a:bodyPr/>
                    <a:lstStyle/>
                    <a:p>
                      <a:r>
                        <a:rPr sz="975" b="0">
                          <a:solidFill>
                            <a:srgbClr val="18243B"/>
                          </a:solidFill>
                          <a:latin typeface="Noto Sans KR"/>
                          <a:ea typeface="Noto Sans KR"/>
                          <a:cs typeface="Noto Sans KR"/>
                        </a:rPr>
                        <a:t>I-3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예시 요약 확인</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P04 실제 AI 생성과 혼동 방지</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7C4FFB55-8C4C-4A76-BF82-5BBF69E84548}"/>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입력 위치를 크게 보여 시작 부담을 줄인다. 빈 입력을 같은 영역에서 안내한다.</a:t>
            </a:r>
          </a:p>
        </p:txBody>
      </p:sp>
    </p:spTree>
    <p:extLst>
      <p:ext uri="{BB962C8B-B14F-4D97-AF65-F5344CB8AC3E}">
        <p14:creationId xmlns:p14="http://schemas.microsoft.com/office/powerpoint/2010/main" val="270675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5A43F3-7D53-43E6-A529-318A4AA54E60}"/>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50B8B4E1-B852-41A1-A731-91E0E318A8D7}"/>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S 핵심 요약 요소 분석</a:t>
            </a:r>
          </a:p>
        </p:txBody>
      </p:sp>
      <p:sp>
        <p:nvSpPr>
          <p:cNvPr id="3" name="">
            <a:extLst xmlns:a="http://schemas.openxmlformats.org/drawingml/2006/main">
              <a:ext uri="{FF2B5EF4-FFF2-40B4-BE49-F238E27FC236}">
                <a16:creationId xmlns:a16="http://schemas.microsoft.com/office/drawing/2014/main" id="{4F40425B-4468-47C9-9555-BC858241E11A}"/>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20</a:t>
            </a:r>
          </a:p>
        </p:txBody>
      </p:sp>
      <p:pic>
        <p:nvPicPr>
          <p:cNvPr id="4" name="">
            <a:extLst xmlns:a="http://schemas.openxmlformats.org/drawingml/2006/main">
              <a:ext uri="{FF2B5EF4-FFF2-40B4-BE49-F238E27FC236}">
                <a16:creationId xmlns:a16="http://schemas.microsoft.com/office/drawing/2014/main" id="{C0256D6C-7C52-4EE2-BCBD-25340FBAE6F2}"/>
              </a:ext>
            </a:extLst>
          </p:cNvPr>
          <p:cNvPicPr>
            <a:picLocks xmlns:a="http://schemas.openxmlformats.org/drawingml/2006/main" noChangeAspect="1"/>
          </p:cNvPicPr>
          <p:nvPr/>
        </p:nvPicPr>
        <p:blipFill>
          <a:blip xmlns:r="http://schemas.openxmlformats.org/officeDocument/2006/relationships" xmlns:a="http://schemas.openxmlformats.org/drawingml/2006/main" r:embed="R00e440790bd5427b"/>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0311D85B-BDFD-4C38-B407-1AC61005687E}"/>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571500">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571500">
                <a:tc>
                  <a:txBody>
                    <a:bodyPr/>
                    <a:lstStyle/>
                    <a:p>
                      <a:r>
                        <a:rPr sz="975" b="0">
                          <a:solidFill>
                            <a:srgbClr val="18243B"/>
                          </a:solidFill>
                          <a:latin typeface="Noto Sans KR"/>
                          <a:ea typeface="Noto Sans KR"/>
                          <a:cs typeface="Noto Sans KR"/>
                        </a:rPr>
                        <a:t>S-1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선언형 UI</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P08 핵심 제목을 먼저</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S-2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레이아웃과 제약</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P04 주제·요약·근거 순서 반복</a:t>
                      </a:r>
                    </a:p>
                  </a:txBody>
                  <a:tcPr marL="91440" marR="91440" marT="45720" marB="45720">
                    <a:solidFill>
                      <a:srgbClr val="FFFFFF"/>
                    </a:solidFill>
                  </a:tcPr>
                </a:tc>
              </a:tr>
              <a:tr h="571500">
                <a:tc>
                  <a:txBody>
                    <a:bodyPr/>
                    <a:lstStyle/>
                    <a:p>
                      <a:r>
                        <a:rPr sz="975" b="0">
                          <a:solidFill>
                            <a:srgbClr val="18243B"/>
                          </a:solidFill>
                          <a:latin typeface="Noto Sans KR"/>
                          <a:ea typeface="Noto Sans KR"/>
                          <a:cs typeface="Noto Sans KR"/>
                        </a:rPr>
                        <a:t>S-3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수평 프로토타입</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P04 동일한 정보 위계</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S-4</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복습 퀴즈 시작</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P03 다음 과업으로 이동</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5AAAB40-2DD0-47B0-9241-90E3E2F772C5}"/>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주제·요약·근거 순서를 반복한다. 좁으면 세로, 넓으면 세 열로 배치한다.</a:t>
            </a:r>
          </a:p>
        </p:txBody>
      </p:sp>
    </p:spTree>
    <p:extLst>
      <p:ext uri="{BB962C8B-B14F-4D97-AF65-F5344CB8AC3E}">
        <p14:creationId xmlns:p14="http://schemas.microsoft.com/office/powerpoint/2010/main" val="12433670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D69475-5C27-436D-8579-BFC5720BAA2C}"/>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6D26006D-649C-4639-8C4F-9466CACE8FBB}"/>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Q 복습 퀴즈 요소 분석</a:t>
            </a:r>
          </a:p>
        </p:txBody>
      </p:sp>
      <p:sp>
        <p:nvSpPr>
          <p:cNvPr id="3" name="">
            <a:extLst xmlns:a="http://schemas.openxmlformats.org/drawingml/2006/main">
              <a:ext uri="{FF2B5EF4-FFF2-40B4-BE49-F238E27FC236}">
                <a16:creationId xmlns:a16="http://schemas.microsoft.com/office/drawing/2014/main" id="{8A3E1464-BF9D-4620-922D-91954FA01310}"/>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21</a:t>
            </a:r>
          </a:p>
        </p:txBody>
      </p:sp>
      <p:pic>
        <p:nvPicPr>
          <p:cNvPr id="4" name="">
            <a:extLst xmlns:a="http://schemas.openxmlformats.org/drawingml/2006/main">
              <a:ext uri="{FF2B5EF4-FFF2-40B4-BE49-F238E27FC236}">
                <a16:creationId xmlns:a16="http://schemas.microsoft.com/office/drawing/2014/main" id="{EB371000-497A-4911-9077-A30465C044E0}"/>
              </a:ext>
            </a:extLst>
          </p:cNvPr>
          <p:cNvPicPr>
            <a:picLocks xmlns:a="http://schemas.openxmlformats.org/drawingml/2006/main" noChangeAspect="1"/>
          </p:cNvPicPr>
          <p:nvPr/>
        </p:nvPicPr>
        <p:blipFill>
          <a:blip xmlns:r="http://schemas.openxmlformats.org/officeDocument/2006/relationships" xmlns:a="http://schemas.openxmlformats.org/drawingml/2006/main" r:embed="Rb900d877d0f74185"/>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9C66125A-8527-424A-AC1C-E2E2838D891C}"/>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714375">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714375">
                <a:tc>
                  <a:txBody>
                    <a:bodyPr/>
                    <a:lstStyle/>
                    <a:p>
                      <a:r>
                        <a:rPr sz="975" b="0">
                          <a:solidFill>
                            <a:srgbClr val="18243B"/>
                          </a:solidFill>
                          <a:latin typeface="Noto Sans KR"/>
                          <a:ea typeface="Noto Sans KR"/>
                          <a:cs typeface="Noto Sans KR"/>
                        </a:rPr>
                        <a:t>Q-1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 + LinearProgressIndicator</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문항 진행 안내</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P01 현재 위치와 전체 수</a:t>
                      </a:r>
                    </a:p>
                  </a:txBody>
                  <a:tcPr marL="91440" marR="91440" marT="45720" marB="45720">
                    <a:solidFill>
                      <a:srgbClr val="F2F5FA"/>
                    </a:solidFill>
                  </a:tcPr>
                </a:tc>
              </a:tr>
              <a:tr h="714375">
                <a:tc>
                  <a:txBody>
                    <a:bodyPr/>
                    <a:lstStyle/>
                    <a:p>
                      <a:r>
                        <a:rPr sz="975" b="0">
                          <a:solidFill>
                            <a:srgbClr val="18243B"/>
                          </a:solidFill>
                          <a:latin typeface="Noto Sans KR"/>
                          <a:ea typeface="Noto Sans KR"/>
                          <a:cs typeface="Noto Sans KR"/>
                        </a:rPr>
                        <a:t>Q-2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OutlinedButton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보기 선택</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P04 하나의 문항 options와 선택 강조</a:t>
                      </a:r>
                    </a:p>
                  </a:txBody>
                  <a:tcPr marL="91440" marR="91440" marT="45720" marB="45720">
                    <a:solidFill>
                      <a:srgbClr val="FFFFFF"/>
                    </a:solidFill>
                  </a:tcPr>
                </a:tc>
              </a:tr>
              <a:tr h="714375">
                <a:tc>
                  <a:txBody>
                    <a:bodyPr/>
                    <a:lstStyle/>
                    <a:p>
                      <a:r>
                        <a:rPr sz="975" b="0">
                          <a:solidFill>
                            <a:srgbClr val="18243B"/>
                          </a:solidFill>
                          <a:latin typeface="Noto Sans KR"/>
                          <a:ea typeface="Noto Sans KR"/>
                          <a:cs typeface="Noto Sans KR"/>
                        </a:rPr>
                        <a:t>Q-3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정답과 해설 확인</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P05 선택 전 비활성화</a:t>
                      </a:r>
                    </a:p>
                  </a:txBody>
                  <a:tcPr marL="91440" marR="91440" marT="45720" marB="45720">
                    <a:solidFill>
                      <a:srgbClr val="F2F5FA"/>
                    </a:solidFill>
                  </a:tcPr>
                </a:tc>
              </a:tr>
            </a:tbl>
          </a:graphicData>
        </a:graphic>
      </p:graphicFrame>
      <p:sp>
        <p:nvSpPr>
          <p:cNvPr id="6" name="">
            <a:extLst xmlns:a="http://schemas.openxmlformats.org/drawingml/2006/main">
              <a:ext uri="{FF2B5EF4-FFF2-40B4-BE49-F238E27FC236}">
                <a16:creationId xmlns:a16="http://schemas.microsoft.com/office/drawing/2014/main" id="{343E057C-1015-4E53-A216-AEC9E3225297}"/>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현재 위치와 선택을 명확히 표시한다. 선택 전 확인 버튼은 비활성화한다.</a:t>
            </a:r>
          </a:p>
        </p:txBody>
      </p:sp>
    </p:spTree>
    <p:extLst>
      <p:ext uri="{BB962C8B-B14F-4D97-AF65-F5344CB8AC3E}">
        <p14:creationId xmlns:p14="http://schemas.microsoft.com/office/powerpoint/2010/main" val="12898844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77DD15-5BAF-4C47-9C6E-90C7269F8767}"/>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2482E105-1B1C-4375-B1F9-8341365C420C}"/>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E 정답과 해설 요소 분석</a:t>
            </a:r>
          </a:p>
        </p:txBody>
      </p:sp>
      <p:sp>
        <p:nvSpPr>
          <p:cNvPr id="3" name="">
            <a:extLst xmlns:a="http://schemas.openxmlformats.org/drawingml/2006/main">
              <a:ext uri="{FF2B5EF4-FFF2-40B4-BE49-F238E27FC236}">
                <a16:creationId xmlns:a16="http://schemas.microsoft.com/office/drawing/2014/main" id="{68992B62-A48E-4F09-91BD-447D3F3EECFD}"/>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22</a:t>
            </a:r>
          </a:p>
        </p:txBody>
      </p:sp>
      <p:pic>
        <p:nvPicPr>
          <p:cNvPr id="4" name="">
            <a:extLst xmlns:a="http://schemas.openxmlformats.org/drawingml/2006/main">
              <a:ext uri="{FF2B5EF4-FFF2-40B4-BE49-F238E27FC236}">
                <a16:creationId xmlns:a16="http://schemas.microsoft.com/office/drawing/2014/main" id="{87B02870-E2E5-41D9-BEC7-9772E1C26765}"/>
              </a:ext>
            </a:extLst>
          </p:cNvPr>
          <p:cNvPicPr>
            <a:picLocks xmlns:a="http://schemas.openxmlformats.org/drawingml/2006/main" noChangeAspect="1"/>
          </p:cNvPicPr>
          <p:nvPr/>
        </p:nvPicPr>
        <p:blipFill>
          <a:blip xmlns:r="http://schemas.openxmlformats.org/officeDocument/2006/relationships" xmlns:a="http://schemas.openxmlformats.org/drawingml/2006/main" r:embed="R8e1850efde0d4705"/>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2894B860-15C3-4D7E-B766-1B1D0D40AA39}"/>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571500">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571500">
                <a:tc>
                  <a:txBody>
                    <a:bodyPr/>
                    <a:lstStyle/>
                    <a:p>
                      <a:r>
                        <a:rPr sz="975" b="0">
                          <a:solidFill>
                            <a:srgbClr val="18243B"/>
                          </a:solidFill>
                          <a:latin typeface="Noto Sans KR"/>
                          <a:ea typeface="Noto Sans KR"/>
                          <a:cs typeface="Noto Sans KR"/>
                        </a:rPr>
                        <a:t>E-1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문항 진행 안내</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P01 현재 해설 위치</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E-2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정답과 해설</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P04 동일 question의 정답·설명</a:t>
                      </a:r>
                    </a:p>
                  </a:txBody>
                  <a:tcPr marL="91440" marR="91440" marT="45720" marB="45720">
                    <a:solidFill>
                      <a:srgbClr val="FFFFFF"/>
                    </a:solidFill>
                  </a:tcPr>
                </a:tc>
              </a:tr>
              <a:tr h="571500">
                <a:tc>
                  <a:txBody>
                    <a:bodyPr/>
                    <a:lstStyle/>
                    <a:p>
                      <a:r>
                        <a:rPr sz="975" b="0">
                          <a:solidFill>
                            <a:srgbClr val="18243B"/>
                          </a:solidFill>
                          <a:latin typeface="Noto Sans KR"/>
                          <a:ea typeface="Noto Sans KR"/>
                          <a:cs typeface="Noto Sans KR"/>
                        </a:rPr>
                        <a:t>E-3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강의 근거</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P06 원문 상시 노출로 기억 부담 감소</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E-4</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다음 문제 / 예시 결과 보기</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P03 읽은 뒤 다음 행동</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3F66908-4694-4F65-BDAE-4F8FC1F1C4C0}"/>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정답·해설·원문을 항상 표시한다. 같은 문항 객체를 사용하고 접지 않는다.</a:t>
            </a:r>
          </a:p>
        </p:txBody>
      </p:sp>
    </p:spTree>
    <p:extLst>
      <p:ext uri="{BB962C8B-B14F-4D97-AF65-F5344CB8AC3E}">
        <p14:creationId xmlns:p14="http://schemas.microsoft.com/office/powerpoint/2010/main" val="167708512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94A23B-E91A-437C-96EE-68F0F53A4D56}"/>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5단계</a:t>
            </a:r>
          </a:p>
        </p:txBody>
      </p:sp>
      <p:sp>
        <p:nvSpPr>
          <p:cNvPr id="2" name="">
            <a:extLst xmlns:a="http://schemas.openxmlformats.org/drawingml/2006/main">
              <a:ext uri="{FF2B5EF4-FFF2-40B4-BE49-F238E27FC236}">
                <a16:creationId xmlns:a16="http://schemas.microsoft.com/office/drawing/2014/main" id="{33F3937A-ED7B-4C20-B1F2-60409155E365}"/>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R 예시 결과 요소 분석</a:t>
            </a:r>
          </a:p>
        </p:txBody>
      </p:sp>
      <p:sp>
        <p:nvSpPr>
          <p:cNvPr id="3" name="">
            <a:extLst xmlns:a="http://schemas.openxmlformats.org/drawingml/2006/main">
              <a:ext uri="{FF2B5EF4-FFF2-40B4-BE49-F238E27FC236}">
                <a16:creationId xmlns:a16="http://schemas.microsoft.com/office/drawing/2014/main" id="{1C9AA1E4-BEE5-4595-92BD-983583AAB1DB}"/>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23</a:t>
            </a:r>
          </a:p>
        </p:txBody>
      </p:sp>
      <p:pic>
        <p:nvPicPr>
          <p:cNvPr id="4" name="">
            <a:extLst xmlns:a="http://schemas.openxmlformats.org/drawingml/2006/main">
              <a:ext uri="{FF2B5EF4-FFF2-40B4-BE49-F238E27FC236}">
                <a16:creationId xmlns:a16="http://schemas.microsoft.com/office/drawing/2014/main" id="{0AA3C7A1-1386-4DCC-A229-7FB5798510EB}"/>
              </a:ext>
            </a:extLst>
          </p:cNvPr>
          <p:cNvPicPr>
            <a:picLocks xmlns:a="http://schemas.openxmlformats.org/drawingml/2006/main" noChangeAspect="1"/>
          </p:cNvPicPr>
          <p:nvPr/>
        </p:nvPicPr>
        <p:blipFill>
          <a:blip xmlns:r="http://schemas.openxmlformats.org/officeDocument/2006/relationships" xmlns:a="http://schemas.openxmlformats.org/drawingml/2006/main" r:embed="R96a15b58a42e4dbf"/>
          <a:stretch xmlns:a="http://schemas.openxmlformats.org/drawingml/2006/main"/>
        </p:blipFill>
        <p:spPr>
          <a:xfrm xmlns:a="http://schemas.openxmlformats.org/drawingml/2006/main">
            <a:off x="512025" y="1190625"/>
            <a:ext cx="1452450" cy="3143250"/>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83504935-F662-4637-A58F-D9B360EF51E5}"/>
              </a:ext>
            </a:extLst>
          </p:cNvPr>
          <p:cNvGraphicFramePr/>
          <p:nvPr/>
        </p:nvGraphicFramePr>
        <p:xfrm>
          <a:off xmlns:a="http://schemas.openxmlformats.org/drawingml/2006/main" x="2333625" y="1190625"/>
          <a:ext xmlns:a="http://schemas.openxmlformats.org/drawingml/2006/main" cx="6429375" cy="2857500"/>
        </p:xfrm>
        <a:graphic xmlns:a="http://schemas.openxmlformats.org/drawingml/2006/main">
          <a:graphicData uri="http://schemas.openxmlformats.org/drawingml/2006/table">
            <a:tbl>
              <a:tblPr/>
              <a:tblGrid>
                <a:gridCol w="523875"/>
                <a:gridCol w="1381125"/>
                <a:gridCol w="1714500"/>
                <a:gridCol w="2809875"/>
              </a:tblGrid>
              <a:tr h="571500">
                <a:tc>
                  <a:txBody>
                    <a:bodyPr/>
                    <a:lstStyle/>
                    <a:p>
                      <a:r>
                        <a:rPr sz="975" b="1">
                          <a:solidFill>
                            <a:srgbClr val="FFFFFF"/>
                          </a:solidFill>
                          <a:latin typeface="Noto Sans KR"/>
                          <a:ea typeface="Noto Sans KR"/>
                          <a:cs typeface="Noto Sans KR"/>
                        </a:rPr>
                        <a:t>번호</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위젯</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명칭</a:t>
                      </a:r>
                    </a:p>
                  </a:txBody>
                  <a:tcPr marL="91440" marR="91440" marT="45720" marB="45720">
                    <a:solidFill>
                      <a:srgbClr val="18243B"/>
                    </a:solidFill>
                  </a:tcPr>
                </a:tc>
                <a:tc>
                  <a:txBody>
                    <a:bodyPr/>
                    <a:lstStyle/>
                    <a:p>
                      <a:r>
                        <a:rPr sz="975" b="1">
                          <a:solidFill>
                            <a:srgbClr val="FFFFFF"/>
                          </a:solidFill>
                          <a:latin typeface="Noto Sans KR"/>
                          <a:ea typeface="Noto Sans KR"/>
                          <a:cs typeface="Noto Sans KR"/>
                        </a:rPr>
                        <a:t>원칙·이유</a:t>
                      </a:r>
                    </a:p>
                  </a:txBody>
                  <a:tcPr marL="91440" marR="91440" marT="45720" marB="45720">
                    <a:solidFill>
                      <a:srgbClr val="18243B"/>
                    </a:solidFill>
                  </a:tcPr>
                </a:tc>
              </a:tr>
              <a:tr h="571500">
                <a:tc>
                  <a:txBody>
                    <a:bodyPr/>
                    <a:lstStyle/>
                    <a:p>
                      <a:r>
                        <a:rPr sz="975" b="0">
                          <a:solidFill>
                            <a:srgbClr val="18243B"/>
                          </a:solidFill>
                          <a:latin typeface="Noto Sans KR"/>
                          <a:ea typeface="Noto Sans KR"/>
                          <a:cs typeface="Noto Sans KR"/>
                        </a:rPr>
                        <a:t>R-1</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Text</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예시 결과 안내</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P01 실제 채점과 구분</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R-2</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Container + Text</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다시 볼 개념</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P06 고정 복습 대상 명시</a:t>
                      </a:r>
                    </a:p>
                  </a:txBody>
                  <a:tcPr marL="91440" marR="91440" marT="45720" marB="45720">
                    <a:solidFill>
                      <a:srgbClr val="FFFFFF"/>
                    </a:solidFill>
                  </a:tcPr>
                </a:tc>
              </a:tr>
              <a:tr h="571500">
                <a:tc>
                  <a:txBody>
                    <a:bodyPr/>
                    <a:lstStyle/>
                    <a:p>
                      <a:r>
                        <a:rPr sz="975" b="0">
                          <a:solidFill>
                            <a:srgbClr val="18243B"/>
                          </a:solidFill>
                          <a:latin typeface="Noto Sans KR"/>
                          <a:ea typeface="Noto Sans KR"/>
                          <a:cs typeface="Noto Sans KR"/>
                        </a:rPr>
                        <a:t>R-3</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OutlinedButton</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해설 다시 보기</a:t>
                      </a:r>
                    </a:p>
                  </a:txBody>
                  <a:tcPr marL="91440" marR="91440" marT="45720" marB="45720">
                    <a:solidFill>
                      <a:srgbClr val="F2F5FA"/>
                    </a:solidFill>
                  </a:tcPr>
                </a:tc>
                <a:tc>
                  <a:txBody>
                    <a:bodyPr/>
                    <a:lstStyle/>
                    <a:p>
                      <a:r>
                        <a:rPr sz="975" b="0">
                          <a:solidFill>
                            <a:srgbClr val="18243B"/>
                          </a:solidFill>
                          <a:latin typeface="Noto Sans KR"/>
                          <a:ea typeface="Noto Sans KR"/>
                          <a:cs typeface="Noto Sans KR"/>
                        </a:rPr>
                        <a:t>P03 복습 재진입</a:t>
                      </a:r>
                    </a:p>
                  </a:txBody>
                  <a:tcPr marL="91440" marR="91440" marT="45720" marB="45720">
                    <a:solidFill>
                      <a:srgbClr val="F2F5FA"/>
                    </a:solidFill>
                  </a:tcPr>
                </a:tc>
              </a:tr>
              <a:tr h="571500">
                <a:tc>
                  <a:txBody>
                    <a:bodyPr/>
                    <a:lstStyle/>
                    <a:p>
                      <a:r>
                        <a:rPr sz="975" b="0">
                          <a:solidFill>
                            <a:srgbClr val="18243B"/>
                          </a:solidFill>
                          <a:latin typeface="Noto Sans KR"/>
                          <a:ea typeface="Noto Sans KR"/>
                          <a:cs typeface="Noto Sans KR"/>
                        </a:rPr>
                        <a:t>R-4</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FilledButton</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새 강의 입력</a:t>
                      </a:r>
                    </a:p>
                  </a:txBody>
                  <a:tcPr marL="91440" marR="91440" marT="45720" marB="45720">
                    <a:solidFill>
                      <a:srgbClr val="FFFFFF"/>
                    </a:solidFill>
                  </a:tcPr>
                </a:tc>
                <a:tc>
                  <a:txBody>
                    <a:bodyPr/>
                    <a:lstStyle/>
                    <a:p>
                      <a:r>
                        <a:rPr sz="975" b="0">
                          <a:solidFill>
                            <a:srgbClr val="18243B"/>
                          </a:solidFill>
                          <a:latin typeface="Noto Sans KR"/>
                          <a:ea typeface="Noto Sans KR"/>
                          <a:cs typeface="Noto Sans KR"/>
                        </a:rPr>
                        <a:t>P03 첫 화면 복귀</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7955CC2-10DB-49CC-8062-BF4043A03FF8}"/>
              </a:ext>
            </a:extLst>
          </p:cNvPr>
          <p:cNvSpPr>
            <a:spLocks xmlns:a="http://schemas.openxmlformats.org/drawingml/2006/main" noGrp="1"/>
          </p:cNvSpPr>
          <p:nvPr/>
        </p:nvSpPr>
        <p:spPr>
          <a:xfrm xmlns:a="http://schemas.openxmlformats.org/drawingml/2006/main">
            <a:off x="2333625" y="4238625"/>
            <a:ext cx="642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8243B"/>
                </a:solidFill>
                <a:latin typeface="Noto Sans KR"/>
                <a:ea typeface="Noto Sans KR"/>
                <a:cs typeface="Noto Sans KR"/>
              </a:defRPr>
            </a:defPPr>
            <a:lvl1pPr>
              <a:defRPr sz="1200" b="0">
                <a:solidFill>
                  <a:srgbClr val="18243B"/>
                </a:solidFill>
                <a:latin typeface="Noto Sans KR"/>
                <a:ea typeface="Noto Sans KR"/>
                <a:cs typeface="Noto Sans KR"/>
              </a:defRPr>
            </a:lvl1pPr>
            <a:lvl2pPr>
              <a:defRPr sz="1200" b="0">
                <a:solidFill>
                  <a:srgbClr val="18243B"/>
                </a:solidFill>
                <a:latin typeface="Noto Sans KR"/>
                <a:ea typeface="Noto Sans KR"/>
                <a:cs typeface="Noto Sans KR"/>
              </a:defRPr>
            </a:lvl2pPr>
            <a:lvl3pPr>
              <a:defRPr sz="1200" b="0">
                <a:solidFill>
                  <a:srgbClr val="18243B"/>
                </a:solidFill>
                <a:latin typeface="Noto Sans KR"/>
                <a:ea typeface="Noto Sans KR"/>
                <a:cs typeface="Noto Sans KR"/>
              </a:defRPr>
            </a:lvl3pPr>
            <a:lvl4pPr>
              <a:defRPr sz="1200" b="0">
                <a:solidFill>
                  <a:srgbClr val="18243B"/>
                </a:solidFill>
                <a:latin typeface="Noto Sans KR"/>
                <a:ea typeface="Noto Sans KR"/>
                <a:cs typeface="Noto Sans KR"/>
              </a:defRPr>
            </a:lvl4pPr>
            <a:lvl5pPr>
              <a:defRPr sz="1200" b="0">
                <a:solidFill>
                  <a:srgbClr val="18243B"/>
                </a:solidFill>
                <a:latin typeface="Noto Sans KR"/>
                <a:ea typeface="Noto Sans KR"/>
                <a:cs typeface="Noto Sans KR"/>
              </a:defRPr>
            </a:lvl5pPr>
            <a:lvl6pPr>
              <a:defRPr sz="1200" b="0">
                <a:solidFill>
                  <a:srgbClr val="18243B"/>
                </a:solidFill>
                <a:latin typeface="Noto Sans KR"/>
                <a:ea typeface="Noto Sans KR"/>
                <a:cs typeface="Noto Sans KR"/>
              </a:defRPr>
            </a:lvl6pPr>
            <a:lvl7pPr>
              <a:defRPr sz="1200" b="0">
                <a:solidFill>
                  <a:srgbClr val="18243B"/>
                </a:solidFill>
                <a:latin typeface="Noto Sans KR"/>
                <a:ea typeface="Noto Sans KR"/>
                <a:cs typeface="Noto Sans KR"/>
              </a:defRPr>
            </a:lvl7pPr>
            <a:lvl8pPr>
              <a:defRPr sz="1200" b="0">
                <a:solidFill>
                  <a:srgbClr val="18243B"/>
                </a:solidFill>
                <a:latin typeface="Noto Sans KR"/>
                <a:ea typeface="Noto Sans KR"/>
                <a:cs typeface="Noto Sans KR"/>
              </a:defRPr>
            </a:lvl8pPr>
            <a:lvl9pPr>
              <a:defRPr sz="1200" b="0">
                <a:solidFill>
                  <a:srgbClr val="18243B"/>
                </a:solidFill>
                <a:latin typeface="Noto Sans KR"/>
                <a:ea typeface="Noto Sans KR"/>
                <a:cs typeface="Noto Sans KR"/>
              </a:defRPr>
            </a:lvl9pPr>
          </a:lstStyle>
          <a:p xmlns:a="http://schemas.openxmlformats.org/drawingml/2006/main">
            <a:pPr>
              <a:defRPr sz="1200" b="0">
                <a:solidFill>
                  <a:srgbClr val="18243B"/>
                </a:solidFill>
                <a:latin typeface="Noto Sans KR"/>
                <a:ea typeface="Noto Sans KR"/>
                <a:cs typeface="Noto Sans KR"/>
              </a:defRPr>
            </a:pPr>
            <a:r>
              <a:rPr sz="1200" b="0">
                <a:solidFill>
                  <a:srgbClr val="18243B"/>
                </a:solidFill>
                <a:latin typeface="Noto Sans KR"/>
                <a:ea typeface="Noto Sans KR"/>
                <a:cs typeface="Noto Sans KR"/>
              </a:rPr>
              <a:t>목적·내용·의도: 고정 예시임을 명시한다. 해설 재진입과 처음 돌아가기의 두 행동을 구분한다.</a:t>
            </a:r>
          </a:p>
        </p:txBody>
      </p:sp>
    </p:spTree>
    <p:extLst>
      <p:ext uri="{BB962C8B-B14F-4D97-AF65-F5344CB8AC3E}">
        <p14:creationId xmlns:p14="http://schemas.microsoft.com/office/powerpoint/2010/main" val="10046490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001908-6F20-41B7-A834-D70BA248C3CD}"/>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계획과 구현 구분</a:t>
            </a:r>
          </a:p>
        </p:txBody>
      </p:sp>
      <p:sp>
        <p:nvSpPr>
          <p:cNvPr id="2" name="">
            <a:extLst xmlns:a="http://schemas.openxmlformats.org/drawingml/2006/main">
              <a:ext uri="{FF2B5EF4-FFF2-40B4-BE49-F238E27FC236}">
                <a16:creationId xmlns:a16="http://schemas.microsoft.com/office/drawing/2014/main" id="{F2D33CA6-8B86-45D6-8213-4BB3C3532B8B}"/>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상태관리 포인트</a:t>
            </a:r>
          </a:p>
        </p:txBody>
      </p:sp>
      <p:sp>
        <p:nvSpPr>
          <p:cNvPr id="3" name="">
            <a:extLst xmlns:a="http://schemas.openxmlformats.org/drawingml/2006/main">
              <a:ext uri="{FF2B5EF4-FFF2-40B4-BE49-F238E27FC236}">
                <a16:creationId xmlns:a16="http://schemas.microsoft.com/office/drawing/2014/main" id="{DB7D0D9E-B38B-4FAB-96F3-31B64ADF6434}"/>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24</a:t>
            </a:r>
          </a:p>
        </p:txBody>
      </p:sp>
      <p:graphicFrame>
        <p:nvGraphicFramePr>
          <p:cNvPr id="4" name="">
            <a:extLst xmlns:a="http://schemas.openxmlformats.org/drawingml/2006/main">
              <a:ext uri="{FF2B5EF4-FFF2-40B4-BE49-F238E27FC236}">
                <a16:creationId xmlns:a16="http://schemas.microsoft.com/office/drawing/2014/main" id="{07EEF71C-B451-46AA-A232-7DD51A044C5F}"/>
              </a:ext>
            </a:extLst>
          </p:cNvPr>
          <p:cNvGraphicFramePr/>
          <p:nvPr/>
        </p:nvGraphicFramePr>
        <p:xfrm>
          <a:off xmlns:a="http://schemas.openxmlformats.org/drawingml/2006/main" x="381000" y="1190625"/>
          <a:ext xmlns:a="http://schemas.openxmlformats.org/drawingml/2006/main" cx="8382000" cy="3238500"/>
        </p:xfrm>
        <a:graphic xmlns:a="http://schemas.openxmlformats.org/drawingml/2006/main">
          <a:graphicData uri="http://schemas.openxmlformats.org/drawingml/2006/table">
            <a:tbl>
              <a:tblPr/>
              <a:tblGrid>
                <a:gridCol w="1809750"/>
                <a:gridCol w="1619250"/>
                <a:gridCol w="1619250"/>
                <a:gridCol w="3333750"/>
              </a:tblGrid>
              <a:tr h="539750">
                <a:tc>
                  <a:txBody>
                    <a:bodyPr/>
                    <a:lstStyle/>
                    <a:p>
                      <a:r>
                        <a:rPr sz="1200" b="1">
                          <a:solidFill>
                            <a:srgbClr val="FFFFFF"/>
                          </a:solidFill>
                          <a:latin typeface="Noto Sans KR"/>
                          <a:ea typeface="Noto Sans KR"/>
                          <a:cs typeface="Noto Sans KR"/>
                        </a:rPr>
                        <a:t>데이터</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행동</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표시</a:t>
                      </a:r>
                    </a:p>
                  </a:txBody>
                  <a:tcPr marL="91440" marR="91440" marT="45720" marB="45720">
                    <a:solidFill>
                      <a:srgbClr val="18243B"/>
                    </a:solidFill>
                  </a:tcPr>
                </a:tc>
                <a:tc>
                  <a:txBody>
                    <a:bodyPr/>
                    <a:lstStyle/>
                    <a:p>
                      <a:r>
                        <a:rPr sz="1200" b="1">
                          <a:solidFill>
                            <a:srgbClr val="FFFFFF"/>
                          </a:solidFill>
                          <a:latin typeface="Noto Sans KR"/>
                          <a:ea typeface="Noto Sans KR"/>
                          <a:cs typeface="Noto Sans KR"/>
                        </a:rPr>
                        <a:t>구현 범위</a:t>
                      </a:r>
                    </a:p>
                  </a:txBody>
                  <a:tcPr marL="91440" marR="91440" marT="45720" marB="45720">
                    <a:solidFill>
                      <a:srgbClr val="18243B"/>
                    </a:solidFill>
                  </a:tcPr>
                </a:tc>
              </a:tr>
              <a:tr h="539750">
                <a:tc>
                  <a:txBody>
                    <a:bodyPr/>
                    <a:lstStyle/>
                    <a:p>
                      <a:r>
                        <a:rPr sz="1200" b="0">
                          <a:solidFill>
                            <a:srgbClr val="18243B"/>
                          </a:solidFill>
                          <a:latin typeface="Noto Sans KR"/>
                          <a:ea typeface="Noto Sans KR"/>
                          <a:cs typeface="Noto Sans KR"/>
                        </a:rPr>
                        <a:t>입력 텍스트</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입력·예시</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I-1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화면 내부 controller</a:t>
                      </a:r>
                    </a:p>
                  </a:txBody>
                  <a:tcPr marL="91440" marR="91440" marT="45720" marB="45720">
                    <a:solidFill>
                      <a:srgbClr val="F2F5FA"/>
                    </a:solidFill>
                  </a:tcPr>
                </a:tc>
              </a:tr>
              <a:tr h="539750">
                <a:tc>
                  <a:txBody>
                    <a:bodyPr/>
                    <a:lstStyle/>
                    <a:p>
                      <a:r>
                        <a:rPr sz="1200" b="0">
                          <a:solidFill>
                            <a:srgbClr val="18243B"/>
                          </a:solidFill>
                          <a:latin typeface="Noto Sans KR"/>
                          <a:ea typeface="Noto Sans KR"/>
                          <a:cs typeface="Noto Sans KR"/>
                        </a:rPr>
                        <a:t>선택한 보기</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클릭</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Q-2</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setState, 저장·채점 없음</a:t>
                      </a:r>
                    </a:p>
                  </a:txBody>
                  <a:tcPr marL="91440" marR="91440" marT="45720" marB="45720">
                    <a:solidFill>
                      <a:srgbClr val="FFFFFF"/>
                    </a:solidFill>
                  </a:tcPr>
                </a:tc>
              </a:tr>
              <a:tr h="539750">
                <a:tc>
                  <a:txBody>
                    <a:bodyPr/>
                    <a:lstStyle/>
                    <a:p>
                      <a:r>
                        <a:rPr sz="1200" b="0">
                          <a:solidFill>
                            <a:srgbClr val="18243B"/>
                          </a:solidFill>
                          <a:latin typeface="Noto Sans KR"/>
                          <a:ea typeface="Noto Sans KR"/>
                          <a:cs typeface="Noto Sans KR"/>
                        </a:rPr>
                        <a:t>문항 위치</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다음</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Q-1 / E-1</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화면 인수</a:t>
                      </a:r>
                    </a:p>
                  </a:txBody>
                  <a:tcPr marL="91440" marR="91440" marT="45720" marB="45720">
                    <a:solidFill>
                      <a:srgbClr val="F2F5FA"/>
                    </a:solidFill>
                  </a:tcPr>
                </a:tc>
              </a:tr>
              <a:tr h="539750">
                <a:tc>
                  <a:txBody>
                    <a:bodyPr/>
                    <a:lstStyle/>
                    <a:p>
                      <a:r>
                        <a:rPr sz="1200" b="0">
                          <a:solidFill>
                            <a:srgbClr val="18243B"/>
                          </a:solidFill>
                          <a:latin typeface="Noto Sans KR"/>
                          <a:ea typeface="Noto Sans KR"/>
                          <a:cs typeface="Noto Sans KR"/>
                        </a:rPr>
                        <a:t>읽기 상태</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GET·재시도</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C-1~3</a:t>
                      </a:r>
                    </a:p>
                  </a:txBody>
                  <a:tcPr marL="91440" marR="91440" marT="45720" marB="45720">
                    <a:solidFill>
                      <a:srgbClr val="FFFFFF"/>
                    </a:solidFill>
                  </a:tcPr>
                </a:tc>
                <a:tc>
                  <a:txBody>
                    <a:bodyPr/>
                    <a:lstStyle/>
                    <a:p>
                      <a:r>
                        <a:rPr sz="1200" b="0">
                          <a:solidFill>
                            <a:srgbClr val="18243B"/>
                          </a:solidFill>
                          <a:latin typeface="Noto Sans KR"/>
                          <a:ea typeface="Noto Sans KR"/>
                          <a:cs typeface="Noto Sans KR"/>
                        </a:rPr>
                        <a:t>FutureBuilder</a:t>
                      </a:r>
                    </a:p>
                  </a:txBody>
                  <a:tcPr marL="91440" marR="91440" marT="45720" marB="45720">
                    <a:solidFill>
                      <a:srgbClr val="FFFFFF"/>
                    </a:solidFill>
                  </a:tcPr>
                </a:tc>
              </a:tr>
              <a:tr h="539750">
                <a:tc>
                  <a:txBody>
                    <a:bodyPr/>
                    <a:lstStyle/>
                    <a:p>
                      <a:r>
                        <a:rPr sz="1200" b="0">
                          <a:solidFill>
                            <a:srgbClr val="18243B"/>
                          </a:solidFill>
                          <a:latin typeface="Noto Sans KR"/>
                          <a:ea typeface="Noto Sans KR"/>
                          <a:cs typeface="Noto Sans KR"/>
                        </a:rPr>
                        <a:t>학습 이력·AI 응답</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향후 사용</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S/Q/E/R</a:t>
                      </a:r>
                    </a:p>
                  </a:txBody>
                  <a:tcPr marL="91440" marR="91440" marT="45720" marB="45720">
                    <a:solidFill>
                      <a:srgbClr val="F2F5FA"/>
                    </a:solidFill>
                  </a:tcPr>
                </a:tc>
                <a:tc>
                  <a:txBody>
                    <a:bodyPr/>
                    <a:lstStyle/>
                    <a:p>
                      <a:r>
                        <a:rPr sz="1200" b="0">
                          <a:solidFill>
                            <a:srgbClr val="18243B"/>
                          </a:solidFill>
                          <a:latin typeface="Noto Sans KR"/>
                          <a:ea typeface="Noto Sans KR"/>
                          <a:cs typeface="Noto Sans KR"/>
                        </a:rPr>
                        <a:t>계획만 표시, 구현 없음</a:t>
                      </a:r>
                    </a:p>
                  </a:txBody>
                  <a:tcPr marL="91440" marR="91440" marT="45720" marB="45720">
                    <a:solidFill>
                      <a:srgbClr val="F2F5FA"/>
                    </a:solidFill>
                  </a:tcPr>
                </a:tc>
              </a:tr>
            </a:tbl>
          </a:graphicData>
        </a:graphic>
      </p:graphicFrame>
    </p:spTree>
    <p:extLst>
      <p:ext uri="{BB962C8B-B14F-4D97-AF65-F5344CB8AC3E}">
        <p14:creationId xmlns:p14="http://schemas.microsoft.com/office/powerpoint/2010/main" val="100464900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6F82DA-4F01-4F19-991F-8D09762EED61}"/>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기획 1단계</a:t>
            </a:r>
          </a:p>
        </p:txBody>
      </p:sp>
      <p:sp>
        <p:nvSpPr>
          <p:cNvPr id="2" name="">
            <a:extLst xmlns:a="http://schemas.openxmlformats.org/drawingml/2006/main">
              <a:ext uri="{FF2B5EF4-FFF2-40B4-BE49-F238E27FC236}">
                <a16:creationId xmlns:a16="http://schemas.microsoft.com/office/drawing/2014/main" id="{D688C9B6-D3D4-40CF-9444-B78131B73B01}"/>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리뷰 표본과 출처</a:t>
            </a:r>
          </a:p>
        </p:txBody>
      </p:sp>
      <p:sp>
        <p:nvSpPr>
          <p:cNvPr id="3" name="">
            <a:extLst xmlns:a="http://schemas.openxmlformats.org/drawingml/2006/main">
              <a:ext uri="{FF2B5EF4-FFF2-40B4-BE49-F238E27FC236}">
                <a16:creationId xmlns:a16="http://schemas.microsoft.com/office/drawing/2014/main" id="{D6F06B0D-46C3-48EF-8BBF-405B4AC16630}"/>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25</a:t>
            </a:r>
          </a:p>
        </p:txBody>
      </p:sp>
      <p:graphicFrame>
        <p:nvGraphicFramePr>
          <p:cNvPr id="4" name="">
            <a:extLst xmlns:a="http://schemas.openxmlformats.org/drawingml/2006/main">
              <a:ext uri="{FF2B5EF4-FFF2-40B4-BE49-F238E27FC236}">
                <a16:creationId xmlns:a16="http://schemas.microsoft.com/office/drawing/2014/main" id="{520AFA75-1F56-45A4-93E2-0480AB51C66D}"/>
              </a:ext>
            </a:extLst>
          </p:cNvPr>
          <p:cNvGraphicFramePr/>
          <p:nvPr/>
        </p:nvGraphicFramePr>
        <p:xfrm>
          <a:off xmlns:a="http://schemas.openxmlformats.org/drawingml/2006/main" x="381000" y="1190625"/>
          <a:ext xmlns:a="http://schemas.openxmlformats.org/drawingml/2006/main" cx="8382000" cy="2381250"/>
        </p:xfrm>
        <a:graphic xmlns:a="http://schemas.openxmlformats.org/drawingml/2006/main">
          <a:graphicData uri="http://schemas.openxmlformats.org/drawingml/2006/table">
            <a:tbl>
              <a:tblPr/>
              <a:tblGrid>
                <a:gridCol w="1714500"/>
                <a:gridCol w="1238250"/>
                <a:gridCol w="5429250"/>
              </a:tblGrid>
              <a:tr h="476250">
                <a:tc>
                  <a:txBody>
                    <a:bodyPr/>
                    <a:lstStyle/>
                    <a:p>
                      <a:r>
                        <a:rPr sz="1350" b="1">
                          <a:solidFill>
                            <a:srgbClr val="FFFFFF"/>
                          </a:solidFill>
                          <a:latin typeface="Noto Sans KR"/>
                          <a:ea typeface="Noto Sans KR"/>
                          <a:cs typeface="Noto Sans KR"/>
                        </a:rPr>
                        <a:t>유형</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최근 30건</a:t>
                      </a:r>
                    </a:p>
                  </a:txBody>
                  <a:tcPr marL="91440" marR="91440" marT="45720" marB="45720">
                    <a:solidFill>
                      <a:srgbClr val="18243B"/>
                    </a:solidFill>
                  </a:tcPr>
                </a:tc>
                <a:tc>
                  <a:txBody>
                    <a:bodyPr/>
                    <a:lstStyle/>
                    <a:p>
                      <a:r>
                        <a:rPr sz="1350" b="1">
                          <a:solidFill>
                            <a:srgbClr val="FFFFFF"/>
                          </a:solidFill>
                          <a:latin typeface="Noto Sans KR"/>
                          <a:ea typeface="Noto Sans KR"/>
                          <a:cs typeface="Noto Sans KR"/>
                        </a:rPr>
                        <a:t>설계 연결</a:t>
                      </a:r>
                    </a:p>
                  </a:txBody>
                  <a:tcPr marL="91440" marR="91440" marT="45720" marB="45720">
                    <a:solidFill>
                      <a:srgbClr val="18243B"/>
                    </a:solidFill>
                  </a:tcPr>
                </a:tc>
              </a:tr>
              <a:tr h="476250">
                <a:tc>
                  <a:txBody>
                    <a:bodyPr/>
                    <a:lstStyle/>
                    <a:p>
                      <a:r>
                        <a:rPr sz="1350" b="0">
                          <a:solidFill>
                            <a:srgbClr val="18243B"/>
                          </a:solidFill>
                          <a:latin typeface="Noto Sans KR"/>
                          <a:ea typeface="Noto Sans KR"/>
                          <a:cs typeface="Noto Sans KR"/>
                        </a:rPr>
                        <a:t>버그 리포트</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8</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R06 문항 대응, R01 입력, R23 읽기 실패</a:t>
                      </a:r>
                    </a:p>
                  </a:txBody>
                  <a:tcPr marL="91440" marR="91440" marT="45720" marB="45720">
                    <a:solidFill>
                      <a:srgbClr val="F2F5FA"/>
                    </a:solidFill>
                  </a:tcPr>
                </a:tc>
              </a:tr>
              <a:tr h="476250">
                <a:tc>
                  <a:txBody>
                    <a:bodyPr/>
                    <a:lstStyle/>
                    <a:p>
                      <a:r>
                        <a:rPr sz="1350" b="0">
                          <a:solidFill>
                            <a:srgbClr val="18243B"/>
                          </a:solidFill>
                          <a:latin typeface="Noto Sans KR"/>
                          <a:ea typeface="Noto Sans KR"/>
                          <a:cs typeface="Noto Sans KR"/>
                        </a:rPr>
                        <a:t>기능 요청</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1</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R03 비공개 요청: 이번 UI 범위 밖</a:t>
                      </a:r>
                    </a:p>
                  </a:txBody>
                  <a:tcPr marL="91440" marR="91440" marT="45720" marB="45720">
                    <a:solidFill>
                      <a:srgbClr val="FFFFFF"/>
                    </a:solidFill>
                  </a:tcPr>
                </a:tc>
              </a:tr>
              <a:tr h="476250">
                <a:tc>
                  <a:txBody>
                    <a:bodyPr/>
                    <a:lstStyle/>
                    <a:p>
                      <a:r>
                        <a:rPr sz="1350" b="0">
                          <a:solidFill>
                            <a:srgbClr val="18243B"/>
                          </a:solidFill>
                          <a:latin typeface="Noto Sans KR"/>
                          <a:ea typeface="Noto Sans KR"/>
                          <a:cs typeface="Noto Sans KR"/>
                        </a:rPr>
                        <a:t>사용 경험</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17</a:t>
                      </a:r>
                    </a:p>
                  </a:txBody>
                  <a:tcPr marL="91440" marR="91440" marT="45720" marB="45720">
                    <a:solidFill>
                      <a:srgbClr val="F2F5FA"/>
                    </a:solidFill>
                  </a:tcPr>
                </a:tc>
                <a:tc>
                  <a:txBody>
                    <a:bodyPr/>
                    <a:lstStyle/>
                    <a:p>
                      <a:r>
                        <a:rPr sz="1350" b="0">
                          <a:solidFill>
                            <a:srgbClr val="18243B"/>
                          </a:solidFill>
                          <a:latin typeface="Noto Sans KR"/>
                          <a:ea typeface="Noto Sans KR"/>
                          <a:cs typeface="Noto Sans KR"/>
                        </a:rPr>
                        <a:t>R02·R25 복습 도움, R27 지연·제한</a:t>
                      </a:r>
                    </a:p>
                  </a:txBody>
                  <a:tcPr marL="91440" marR="91440" marT="45720" marB="45720">
                    <a:solidFill>
                      <a:srgbClr val="F2F5FA"/>
                    </a:solidFill>
                  </a:tcPr>
                </a:tc>
              </a:tr>
              <a:tr h="476250">
                <a:tc>
                  <a:txBody>
                    <a:bodyPr/>
                    <a:lstStyle/>
                    <a:p>
                      <a:r>
                        <a:rPr sz="1350" b="0">
                          <a:solidFill>
                            <a:srgbClr val="18243B"/>
                          </a:solidFill>
                          <a:latin typeface="Noto Sans KR"/>
                          <a:ea typeface="Noto Sans KR"/>
                          <a:cs typeface="Noto Sans KR"/>
                        </a:rPr>
                        <a:t>평가</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4</a:t>
                      </a:r>
                    </a:p>
                  </a:txBody>
                  <a:tcPr marL="91440" marR="91440" marT="45720" marB="45720">
                    <a:solidFill>
                      <a:srgbClr val="FFFFFF"/>
                    </a:solidFill>
                  </a:tcPr>
                </a:tc>
                <a:tc>
                  <a:txBody>
                    <a:bodyPr/>
                    <a:lstStyle/>
                    <a:p>
                      <a:r>
                        <a:rPr sz="1350" b="0">
                          <a:solidFill>
                            <a:srgbClr val="18243B"/>
                          </a:solidFill>
                          <a:latin typeface="Noto Sans KR"/>
                          <a:ea typeface="Noto Sans KR"/>
                          <a:cs typeface="Noto Sans KR"/>
                        </a:rPr>
                        <a:t>호평·불만을 기능 원인과 구별</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FA2ECD0-D302-4E9D-A65D-6D5D34759EE5}"/>
              </a:ext>
            </a:extLst>
          </p:cNvPr>
          <p:cNvSpPr>
            <a:spLocks xmlns:a="http://schemas.openxmlformats.org/drawingml/2006/main" noGrp="1"/>
          </p:cNvSpPr>
          <p:nvPr/>
        </p:nvSpPr>
        <p:spPr>
          <a:xfrm xmlns:a="http://schemas.openxmlformats.org/drawingml/2006/main">
            <a:off x="381000" y="3857625"/>
            <a:ext cx="838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F609B"/>
                </a:solidFill>
                <a:latin typeface="Noto Sans KR"/>
                <a:ea typeface="Noto Sans KR"/>
                <a:cs typeface="Noto Sans KR"/>
              </a:defRPr>
            </a:defPPr>
            <a:lvl1pPr>
              <a:defRPr sz="1200" b="0">
                <a:solidFill>
                  <a:srgbClr val="4F609B"/>
                </a:solidFill>
                <a:latin typeface="Noto Sans KR"/>
                <a:ea typeface="Noto Sans KR"/>
                <a:cs typeface="Noto Sans KR"/>
              </a:defRPr>
            </a:lvl1pPr>
            <a:lvl2pPr>
              <a:defRPr sz="1200" b="0">
                <a:solidFill>
                  <a:srgbClr val="4F609B"/>
                </a:solidFill>
                <a:latin typeface="Noto Sans KR"/>
                <a:ea typeface="Noto Sans KR"/>
                <a:cs typeface="Noto Sans KR"/>
              </a:defRPr>
            </a:lvl2pPr>
            <a:lvl3pPr>
              <a:defRPr sz="1200" b="0">
                <a:solidFill>
                  <a:srgbClr val="4F609B"/>
                </a:solidFill>
                <a:latin typeface="Noto Sans KR"/>
                <a:ea typeface="Noto Sans KR"/>
                <a:cs typeface="Noto Sans KR"/>
              </a:defRPr>
            </a:lvl3pPr>
            <a:lvl4pPr>
              <a:defRPr sz="1200" b="0">
                <a:solidFill>
                  <a:srgbClr val="4F609B"/>
                </a:solidFill>
                <a:latin typeface="Noto Sans KR"/>
                <a:ea typeface="Noto Sans KR"/>
                <a:cs typeface="Noto Sans KR"/>
              </a:defRPr>
            </a:lvl4pPr>
            <a:lvl5pPr>
              <a:defRPr sz="1200" b="0">
                <a:solidFill>
                  <a:srgbClr val="4F609B"/>
                </a:solidFill>
                <a:latin typeface="Noto Sans KR"/>
                <a:ea typeface="Noto Sans KR"/>
                <a:cs typeface="Noto Sans KR"/>
              </a:defRPr>
            </a:lvl5pPr>
            <a:lvl6pPr>
              <a:defRPr sz="1200" b="0">
                <a:solidFill>
                  <a:srgbClr val="4F609B"/>
                </a:solidFill>
                <a:latin typeface="Noto Sans KR"/>
                <a:ea typeface="Noto Sans KR"/>
                <a:cs typeface="Noto Sans KR"/>
              </a:defRPr>
            </a:lvl6pPr>
            <a:lvl7pPr>
              <a:defRPr sz="1200" b="0">
                <a:solidFill>
                  <a:srgbClr val="4F609B"/>
                </a:solidFill>
                <a:latin typeface="Noto Sans KR"/>
                <a:ea typeface="Noto Sans KR"/>
                <a:cs typeface="Noto Sans KR"/>
              </a:defRPr>
            </a:lvl7pPr>
            <a:lvl8pPr>
              <a:defRPr sz="1200" b="0">
                <a:solidFill>
                  <a:srgbClr val="4F609B"/>
                </a:solidFill>
                <a:latin typeface="Noto Sans KR"/>
                <a:ea typeface="Noto Sans KR"/>
                <a:cs typeface="Noto Sans KR"/>
              </a:defRPr>
            </a:lvl8pPr>
            <a:lvl9pPr>
              <a:defRPr sz="1200" b="0">
                <a:solidFill>
                  <a:srgbClr val="4F609B"/>
                </a:solidFill>
                <a:latin typeface="Noto Sans KR"/>
                <a:ea typeface="Noto Sans KR"/>
                <a:cs typeface="Noto Sans KR"/>
              </a:defRPr>
            </a:lvl9pPr>
          </a:lstStyle>
          <a:p xmlns:a="http://schemas.openxmlformats.org/drawingml/2006/main">
            <a:pPr>
              <a:defRPr sz="1200" b="0">
                <a:solidFill>
                  <a:srgbClr val="4F609B"/>
                </a:solidFill>
                <a:latin typeface="Noto Sans KR"/>
                <a:ea typeface="Noto Sans KR"/>
                <a:cs typeface="Noto Sans KR"/>
              </a:defRPr>
            </a:pPr>
            <a:r>
              <a:rPr sz="1200" b="0">
                <a:solidFill>
                  <a:srgbClr val="4F609B"/>
                </a:solidFill>
                <a:latin typeface="Noto Sans KR"/>
                <a:ea typeface="Noto Sans KR"/>
                <a:cs typeface="Noto Sans KR"/>
              </a:rPr>
              <a:t>전체 별점·익명화 30건: docs/ratings.json, reviews.json, 리뷰근거.md</a:t>
            </a:r>
          </a:p>
          <a:p xmlns:a="http://schemas.openxmlformats.org/drawingml/2006/main">
            <a:pPr>
              <a:defRPr sz="1200" b="0">
                <a:solidFill>
                  <a:srgbClr val="4F609B"/>
                </a:solidFill>
                <a:latin typeface="Noto Sans KR"/>
                <a:ea typeface="Noto Sans KR"/>
                <a:cs typeface="Noto Sans KR"/>
              </a:defRPr>
            </a:pPr>
            <a:r>
              <a:rPr sz="1200" b="0">
                <a:solidFill>
                  <a:srgbClr val="4F609B"/>
                </a:solidFill>
                <a:latin typeface="Noto Sans KR"/>
                <a:ea typeface="Noto Sans KR"/>
                <a:cs typeface="Noto Sans KR"/>
              </a:rPr>
              <a:t>Apple 상품 페이지 및 RSS · 2026-10-29 재확인</a:t>
            </a:r>
          </a:p>
          <a:p xmlns:a="http://schemas.openxmlformats.org/drawingml/2006/main">
            <a:pPr>
              <a:defRPr sz="1200" b="0">
                <a:solidFill>
                  <a:srgbClr val="4F609B"/>
                </a:solidFill>
                <a:latin typeface="Noto Sans KR"/>
                <a:ea typeface="Noto Sans KR"/>
                <a:cs typeface="Noto Sans KR"/>
              </a:defRPr>
            </a:pPr>
            <a:r>
              <a:rPr sz="1200" b="0">
                <a:solidFill>
                  <a:srgbClr val="4F609B"/>
                </a:solidFill>
                <a:latin typeface="Noto Sans KR"/>
                <a:ea typeface="Noto Sans KR"/>
                <a:cs typeface="Noto Sans KR"/>
              </a:rPr>
              <a:t>대표 인용에는 날짜·별점 포함, 작성자명 삭제. 표본은 전체 사용자를 대표하지 않습니다.</a:t>
            </a:r>
          </a:p>
        </p:txBody>
      </p:sp>
    </p:spTree>
    <p:extLst>
      <p:ext uri="{BB962C8B-B14F-4D97-AF65-F5344CB8AC3E}">
        <p14:creationId xmlns:p14="http://schemas.microsoft.com/office/powerpoint/2010/main" val="100464900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D00483-2C31-4EB0-9DF6-2C4F646E3887}"/>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B5 · 제출 안내</a:t>
            </a:r>
          </a:p>
        </p:txBody>
      </p:sp>
      <p:sp>
        <p:nvSpPr>
          <p:cNvPr id="2" name="">
            <a:extLst xmlns:a="http://schemas.openxmlformats.org/drawingml/2006/main">
              <a:ext uri="{FF2B5EF4-FFF2-40B4-BE49-F238E27FC236}">
                <a16:creationId xmlns:a16="http://schemas.microsoft.com/office/drawing/2014/main" id="{45A26971-0990-4DA0-8664-EE84F64C39E2}"/>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출처와 재현 방법</a:t>
            </a:r>
          </a:p>
        </p:txBody>
      </p:sp>
      <p:sp>
        <p:nvSpPr>
          <p:cNvPr id="3" name="">
            <a:extLst xmlns:a="http://schemas.openxmlformats.org/drawingml/2006/main">
              <a:ext uri="{FF2B5EF4-FFF2-40B4-BE49-F238E27FC236}">
                <a16:creationId xmlns:a16="http://schemas.microsoft.com/office/drawing/2014/main" id="{25180FD6-05CA-4FD0-84F7-A66DB5DE2821}"/>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26</a:t>
            </a:r>
          </a:p>
        </p:txBody>
      </p:sp>
      <p:sp>
        <p:nvSpPr>
          <p:cNvPr id="4" name="">
            <a:extLst xmlns:a="http://schemas.openxmlformats.org/drawingml/2006/main">
              <a:ext uri="{FF2B5EF4-FFF2-40B4-BE49-F238E27FC236}">
                <a16:creationId xmlns:a16="http://schemas.microsoft.com/office/drawing/2014/main" id="{BEEFF228-B4BA-4F34-90AC-67AB4FAAF0BF}"/>
              </a:ext>
            </a:extLst>
          </p:cNvPr>
          <p:cNvSpPr>
            <a:spLocks xmlns:a="http://schemas.openxmlformats.org/drawingml/2006/main" noGrp="1"/>
          </p:cNvSpPr>
          <p:nvPr/>
        </p:nvSpPr>
        <p:spPr>
          <a:xfrm xmlns:a="http://schemas.openxmlformats.org/drawingml/2006/main">
            <a:off x="381000" y="1190625"/>
            <a:ext cx="83820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18243B"/>
                </a:solidFill>
                <a:latin typeface="Noto Sans KR"/>
                <a:ea typeface="Noto Sans KR"/>
                <a:cs typeface="Noto Sans KR"/>
              </a:defRPr>
            </a:defPPr>
            <a:lvl1pPr>
              <a:defRPr sz="1425" b="0">
                <a:solidFill>
                  <a:srgbClr val="18243B"/>
                </a:solidFill>
                <a:latin typeface="Noto Sans KR"/>
                <a:ea typeface="Noto Sans KR"/>
                <a:cs typeface="Noto Sans KR"/>
              </a:defRPr>
            </a:lvl1pPr>
            <a:lvl2pPr>
              <a:defRPr sz="1425" b="0">
                <a:solidFill>
                  <a:srgbClr val="18243B"/>
                </a:solidFill>
                <a:latin typeface="Noto Sans KR"/>
                <a:ea typeface="Noto Sans KR"/>
                <a:cs typeface="Noto Sans KR"/>
              </a:defRPr>
            </a:lvl2pPr>
            <a:lvl3pPr>
              <a:defRPr sz="1425" b="0">
                <a:solidFill>
                  <a:srgbClr val="18243B"/>
                </a:solidFill>
                <a:latin typeface="Noto Sans KR"/>
                <a:ea typeface="Noto Sans KR"/>
                <a:cs typeface="Noto Sans KR"/>
              </a:defRPr>
            </a:lvl3pPr>
            <a:lvl4pPr>
              <a:defRPr sz="1425" b="0">
                <a:solidFill>
                  <a:srgbClr val="18243B"/>
                </a:solidFill>
                <a:latin typeface="Noto Sans KR"/>
                <a:ea typeface="Noto Sans KR"/>
                <a:cs typeface="Noto Sans KR"/>
              </a:defRPr>
            </a:lvl4pPr>
            <a:lvl5pPr>
              <a:defRPr sz="1425" b="0">
                <a:solidFill>
                  <a:srgbClr val="18243B"/>
                </a:solidFill>
                <a:latin typeface="Noto Sans KR"/>
                <a:ea typeface="Noto Sans KR"/>
                <a:cs typeface="Noto Sans KR"/>
              </a:defRPr>
            </a:lvl5pPr>
            <a:lvl6pPr>
              <a:defRPr sz="1425" b="0">
                <a:solidFill>
                  <a:srgbClr val="18243B"/>
                </a:solidFill>
                <a:latin typeface="Noto Sans KR"/>
                <a:ea typeface="Noto Sans KR"/>
                <a:cs typeface="Noto Sans KR"/>
              </a:defRPr>
            </a:lvl6pPr>
            <a:lvl7pPr>
              <a:defRPr sz="1425" b="0">
                <a:solidFill>
                  <a:srgbClr val="18243B"/>
                </a:solidFill>
                <a:latin typeface="Noto Sans KR"/>
                <a:ea typeface="Noto Sans KR"/>
                <a:cs typeface="Noto Sans KR"/>
              </a:defRPr>
            </a:lvl7pPr>
            <a:lvl8pPr>
              <a:defRPr sz="1425" b="0">
                <a:solidFill>
                  <a:srgbClr val="18243B"/>
                </a:solidFill>
                <a:latin typeface="Noto Sans KR"/>
                <a:ea typeface="Noto Sans KR"/>
                <a:cs typeface="Noto Sans KR"/>
              </a:defRPr>
            </a:lvl8pPr>
            <a:lvl9pPr>
              <a:defRPr sz="1425" b="0">
                <a:solidFill>
                  <a:srgbClr val="18243B"/>
                </a:solidFill>
                <a:latin typeface="Noto Sans KR"/>
                <a:ea typeface="Noto Sans KR"/>
                <a:cs typeface="Noto Sans KR"/>
              </a:defRPr>
            </a:lvl9pPr>
          </a:lstStyle>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기반 템플릿</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github.com/xide-projext/mid-project-template</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커밋 3a2d643ed1ff23d378995e5902d42f9edec74fe1</a:t>
            </a:r>
          </a:p>
          <a:p xmlns:a="http://schemas.openxmlformats.org/drawingml/2006/main">
            <a:r>
              <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실행</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mock_server: npm ci → npm start</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프로젝트 루트: flutter pub get → flutter run -d chrome</a:t>
            </a:r>
          </a:p>
          <a:p xmlns:a="http://schemas.openxmlformats.org/drawingml/2006/main">
            <a:r>
              <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제출</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개인 GitHub URL + 이 발표자료. README의 영상 링크까지 업로드.</a:t>
            </a:r>
          </a:p>
          <a:p xmlns:a="http://schemas.openxmlformats.org/drawingml/2006/main">
            <a:pPr>
              <a:defRPr sz="1425" b="0">
                <a:solidFill>
                  <a:srgbClr val="18243B"/>
                </a:solidFill>
                <a:latin typeface="Noto Sans KR"/>
                <a:ea typeface="Noto Sans KR"/>
                <a:cs typeface="Noto Sans KR"/>
              </a:defRPr>
            </a:pPr>
            <a:r>
              <a:rPr sz="1425" b="0">
                <a:solidFill>
                  <a:srgbClr val="18243B"/>
                </a:solidFill>
                <a:latin typeface="Noto Sans KR"/>
                <a:ea typeface="Noto Sans KR"/>
                <a:cs typeface="Noto Sans KR"/>
              </a:rPr>
              <a:t>원격 clone 검증·본인 6분 리허설·LMS 제출은 별도 확인.</a:t>
            </a:r>
          </a:p>
        </p:txBody>
      </p:sp>
    </p:spTree>
    <p:extLst>
      <p:ext uri="{BB962C8B-B14F-4D97-AF65-F5344CB8AC3E}">
        <p14:creationId xmlns:p14="http://schemas.microsoft.com/office/powerpoint/2010/main" val="100464900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7CBA7B-E552-4BE3-9CCC-084CB38B716E}"/>
              </a:ext>
            </a:extLst>
          </p:cNvPr>
          <p:cNvSpPr>
            <a:spLocks xmlns:a="http://schemas.openxmlformats.org/drawingml/2006/main" noGrp="1"/>
          </p:cNvSpPr>
          <p:nvPr/>
        </p:nvSpPr>
        <p:spPr>
          <a:xfrm xmlns:a="http://schemas.openxmlformats.org/drawingml/2006/main">
            <a:off x="381000" y="19050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1">
                <a:solidFill>
                  <a:srgbClr val="4F609B"/>
                </a:solidFill>
                <a:latin typeface="Noto Sans KR"/>
                <a:ea typeface="Noto Sans KR"/>
                <a:cs typeface="Noto Sans KR"/>
              </a:defRPr>
            </a:defPPr>
            <a:lvl1pPr>
              <a:defRPr sz="825" b="1">
                <a:solidFill>
                  <a:srgbClr val="4F609B"/>
                </a:solidFill>
                <a:latin typeface="Noto Sans KR"/>
                <a:ea typeface="Noto Sans KR"/>
                <a:cs typeface="Noto Sans KR"/>
              </a:defRPr>
            </a:lvl1pPr>
            <a:lvl2pPr>
              <a:defRPr sz="825" b="1">
                <a:solidFill>
                  <a:srgbClr val="4F609B"/>
                </a:solidFill>
                <a:latin typeface="Noto Sans KR"/>
                <a:ea typeface="Noto Sans KR"/>
                <a:cs typeface="Noto Sans KR"/>
              </a:defRPr>
            </a:lvl2pPr>
            <a:lvl3pPr>
              <a:defRPr sz="825" b="1">
                <a:solidFill>
                  <a:srgbClr val="4F609B"/>
                </a:solidFill>
                <a:latin typeface="Noto Sans KR"/>
                <a:ea typeface="Noto Sans KR"/>
                <a:cs typeface="Noto Sans KR"/>
              </a:defRPr>
            </a:lvl3pPr>
            <a:lvl4pPr>
              <a:defRPr sz="825" b="1">
                <a:solidFill>
                  <a:srgbClr val="4F609B"/>
                </a:solidFill>
                <a:latin typeface="Noto Sans KR"/>
                <a:ea typeface="Noto Sans KR"/>
                <a:cs typeface="Noto Sans KR"/>
              </a:defRPr>
            </a:lvl4pPr>
            <a:lvl5pPr>
              <a:defRPr sz="825" b="1">
                <a:solidFill>
                  <a:srgbClr val="4F609B"/>
                </a:solidFill>
                <a:latin typeface="Noto Sans KR"/>
                <a:ea typeface="Noto Sans KR"/>
                <a:cs typeface="Noto Sans KR"/>
              </a:defRPr>
            </a:lvl5pPr>
            <a:lvl6pPr>
              <a:defRPr sz="825" b="1">
                <a:solidFill>
                  <a:srgbClr val="4F609B"/>
                </a:solidFill>
                <a:latin typeface="Noto Sans KR"/>
                <a:ea typeface="Noto Sans KR"/>
                <a:cs typeface="Noto Sans KR"/>
              </a:defRPr>
            </a:lvl6pPr>
            <a:lvl7pPr>
              <a:defRPr sz="825" b="1">
                <a:solidFill>
                  <a:srgbClr val="4F609B"/>
                </a:solidFill>
                <a:latin typeface="Noto Sans KR"/>
                <a:ea typeface="Noto Sans KR"/>
                <a:cs typeface="Noto Sans KR"/>
              </a:defRPr>
            </a:lvl7pPr>
            <a:lvl8pPr>
              <a:defRPr sz="825" b="1">
                <a:solidFill>
                  <a:srgbClr val="4F609B"/>
                </a:solidFill>
                <a:latin typeface="Noto Sans KR"/>
                <a:ea typeface="Noto Sans KR"/>
                <a:cs typeface="Noto Sans KR"/>
              </a:defRPr>
            </a:lvl8pPr>
            <a:lvl9pPr>
              <a:defRPr sz="825" b="1">
                <a:solidFill>
                  <a:srgbClr val="4F609B"/>
                </a:solidFill>
                <a:latin typeface="Noto Sans KR"/>
                <a:ea typeface="Noto Sans KR"/>
                <a:cs typeface="Noto Sans KR"/>
              </a:defRPr>
            </a:lvl9pPr>
          </a:lstStyle>
          <a:p xmlns:a="http://schemas.openxmlformats.org/drawingml/2006/main">
            <a:pPr>
              <a:defRPr sz="825" b="1">
                <a:solidFill>
                  <a:srgbClr val="4F609B"/>
                </a:solidFill>
                <a:latin typeface="Noto Sans KR"/>
                <a:ea typeface="Noto Sans KR"/>
                <a:cs typeface="Noto Sans KR"/>
              </a:defRPr>
            </a:pPr>
            <a:r>
              <a:rPr sz="825" b="1">
                <a:solidFill>
                  <a:srgbClr val="4F609B"/>
                </a:solidFill>
                <a:latin typeface="Noto Sans KR"/>
                <a:ea typeface="Noto Sans KR"/>
                <a:cs typeface="Noto Sans KR"/>
              </a:rPr>
              <a:t>B3 · 실제 학생 판단과 실행 화면</a:t>
            </a:r>
          </a:p>
        </p:txBody>
      </p:sp>
      <p:sp>
        <p:nvSpPr>
          <p:cNvPr id="2" name="">
            <a:extLst xmlns:a="http://schemas.openxmlformats.org/drawingml/2006/main">
              <a:ext uri="{FF2B5EF4-FFF2-40B4-BE49-F238E27FC236}">
                <a16:creationId xmlns:a16="http://schemas.microsoft.com/office/drawing/2014/main" id="{315A1A3E-EE43-4848-9EBD-AA6A39CA544F}"/>
              </a:ext>
            </a:extLst>
          </p:cNvPr>
          <p:cNvSpPr>
            <a:spLocks xmlns:a="http://schemas.openxmlformats.org/drawingml/2006/main" noGrp="1"/>
          </p:cNvSpPr>
          <p:nvPr/>
        </p:nvSpPr>
        <p:spPr>
          <a:xfrm xmlns:a="http://schemas.openxmlformats.org/drawingml/2006/main">
            <a:off x="381000" y="495300"/>
            <a:ext cx="838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43B"/>
                </a:solidFill>
                <a:latin typeface="Noto Sans KR"/>
                <a:ea typeface="Noto Sans KR"/>
                <a:cs typeface="Noto Sans KR"/>
              </a:defRPr>
            </a:defPPr>
            <a:lvl1pPr>
              <a:defRPr sz="2250" b="1">
                <a:solidFill>
                  <a:srgbClr val="18243B"/>
                </a:solidFill>
                <a:latin typeface="Noto Sans KR"/>
                <a:ea typeface="Noto Sans KR"/>
                <a:cs typeface="Noto Sans KR"/>
              </a:defRPr>
            </a:lvl1pPr>
            <a:lvl2pPr>
              <a:defRPr sz="2250" b="1">
                <a:solidFill>
                  <a:srgbClr val="18243B"/>
                </a:solidFill>
                <a:latin typeface="Noto Sans KR"/>
                <a:ea typeface="Noto Sans KR"/>
                <a:cs typeface="Noto Sans KR"/>
              </a:defRPr>
            </a:lvl2pPr>
            <a:lvl3pPr>
              <a:defRPr sz="2250" b="1">
                <a:solidFill>
                  <a:srgbClr val="18243B"/>
                </a:solidFill>
                <a:latin typeface="Noto Sans KR"/>
                <a:ea typeface="Noto Sans KR"/>
                <a:cs typeface="Noto Sans KR"/>
              </a:defRPr>
            </a:lvl3pPr>
            <a:lvl4pPr>
              <a:defRPr sz="2250" b="1">
                <a:solidFill>
                  <a:srgbClr val="18243B"/>
                </a:solidFill>
                <a:latin typeface="Noto Sans KR"/>
                <a:ea typeface="Noto Sans KR"/>
                <a:cs typeface="Noto Sans KR"/>
              </a:defRPr>
            </a:lvl4pPr>
            <a:lvl5pPr>
              <a:defRPr sz="2250" b="1">
                <a:solidFill>
                  <a:srgbClr val="18243B"/>
                </a:solidFill>
                <a:latin typeface="Noto Sans KR"/>
                <a:ea typeface="Noto Sans KR"/>
                <a:cs typeface="Noto Sans KR"/>
              </a:defRPr>
            </a:lvl5pPr>
            <a:lvl6pPr>
              <a:defRPr sz="2250" b="1">
                <a:solidFill>
                  <a:srgbClr val="18243B"/>
                </a:solidFill>
                <a:latin typeface="Noto Sans KR"/>
                <a:ea typeface="Noto Sans KR"/>
                <a:cs typeface="Noto Sans KR"/>
              </a:defRPr>
            </a:lvl6pPr>
            <a:lvl7pPr>
              <a:defRPr sz="2250" b="1">
                <a:solidFill>
                  <a:srgbClr val="18243B"/>
                </a:solidFill>
                <a:latin typeface="Noto Sans KR"/>
                <a:ea typeface="Noto Sans KR"/>
                <a:cs typeface="Noto Sans KR"/>
              </a:defRPr>
            </a:lvl7pPr>
            <a:lvl8pPr>
              <a:defRPr sz="2250" b="1">
                <a:solidFill>
                  <a:srgbClr val="18243B"/>
                </a:solidFill>
                <a:latin typeface="Noto Sans KR"/>
                <a:ea typeface="Noto Sans KR"/>
                <a:cs typeface="Noto Sans KR"/>
              </a:defRPr>
            </a:lvl8pPr>
            <a:lvl9pPr>
              <a:defRPr sz="2250" b="1">
                <a:solidFill>
                  <a:srgbClr val="18243B"/>
                </a:solidFill>
                <a:latin typeface="Noto Sans KR"/>
                <a:ea typeface="Noto Sans KR"/>
                <a:cs typeface="Noto Sans KR"/>
              </a:defRPr>
            </a:lvl9pPr>
          </a:lstStyle>
          <a:p xmlns:a="http://schemas.openxmlformats.org/drawingml/2006/main">
            <a:pPr>
              <a:defRPr sz="2250" b="1">
                <a:solidFill>
                  <a:srgbClr val="18243B"/>
                </a:solidFill>
                <a:latin typeface="Noto Sans KR"/>
                <a:ea typeface="Noto Sans KR"/>
                <a:cs typeface="Noto Sans KR"/>
              </a:defRPr>
            </a:pPr>
            <a:r>
              <a:rPr sz="2250" b="1">
                <a:solidFill>
                  <a:srgbClr val="18243B"/>
                </a:solidFill>
                <a:latin typeface="Noto Sans KR"/>
                <a:ea typeface="Noto Sans KR"/>
                <a:cs typeface="Noto Sans KR"/>
              </a:rPr>
              <a:t>상시 표시 판단의 전·후</a:t>
            </a:r>
          </a:p>
        </p:txBody>
      </p:sp>
      <p:sp>
        <p:nvSpPr>
          <p:cNvPr id="3" name="">
            <a:extLst xmlns:a="http://schemas.openxmlformats.org/drawingml/2006/main">
              <a:ext uri="{FF2B5EF4-FFF2-40B4-BE49-F238E27FC236}">
                <a16:creationId xmlns:a16="http://schemas.microsoft.com/office/drawing/2014/main" id="{98CDBDAD-6939-4DCD-930B-66E77FC686CC}"/>
              </a:ext>
            </a:extLst>
          </p:cNvPr>
          <p:cNvSpPr>
            <a:spLocks xmlns:a="http://schemas.openxmlformats.org/drawingml/2006/main" noGrp="1"/>
          </p:cNvSpPr>
          <p:nvPr/>
        </p:nvSpPr>
        <p:spPr>
          <a:xfrm xmlns:a="http://schemas.openxmlformats.org/drawingml/2006/main">
            <a:off x="381000" y="48577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 b="0">
                <a:solidFill>
                  <a:srgbClr val="657491"/>
                </a:solidFill>
                <a:latin typeface="Noto Sans KR"/>
                <a:ea typeface="Noto Sans KR"/>
                <a:cs typeface="Noto Sans KR"/>
              </a:defRPr>
            </a:defPPr>
            <a:lvl1pPr>
              <a:defRPr sz="750" b="0">
                <a:solidFill>
                  <a:srgbClr val="657491"/>
                </a:solidFill>
                <a:latin typeface="Noto Sans KR"/>
                <a:ea typeface="Noto Sans KR"/>
                <a:cs typeface="Noto Sans KR"/>
              </a:defRPr>
            </a:lvl1pPr>
            <a:lvl2pPr>
              <a:defRPr sz="750" b="0">
                <a:solidFill>
                  <a:srgbClr val="657491"/>
                </a:solidFill>
                <a:latin typeface="Noto Sans KR"/>
                <a:ea typeface="Noto Sans KR"/>
                <a:cs typeface="Noto Sans KR"/>
              </a:defRPr>
            </a:lvl2pPr>
            <a:lvl3pPr>
              <a:defRPr sz="750" b="0">
                <a:solidFill>
                  <a:srgbClr val="657491"/>
                </a:solidFill>
                <a:latin typeface="Noto Sans KR"/>
                <a:ea typeface="Noto Sans KR"/>
                <a:cs typeface="Noto Sans KR"/>
              </a:defRPr>
            </a:lvl3pPr>
            <a:lvl4pPr>
              <a:defRPr sz="750" b="0">
                <a:solidFill>
                  <a:srgbClr val="657491"/>
                </a:solidFill>
                <a:latin typeface="Noto Sans KR"/>
                <a:ea typeface="Noto Sans KR"/>
                <a:cs typeface="Noto Sans KR"/>
              </a:defRPr>
            </a:lvl4pPr>
            <a:lvl5pPr>
              <a:defRPr sz="750" b="0">
                <a:solidFill>
                  <a:srgbClr val="657491"/>
                </a:solidFill>
                <a:latin typeface="Noto Sans KR"/>
                <a:ea typeface="Noto Sans KR"/>
                <a:cs typeface="Noto Sans KR"/>
              </a:defRPr>
            </a:lvl5pPr>
            <a:lvl6pPr>
              <a:defRPr sz="750" b="0">
                <a:solidFill>
                  <a:srgbClr val="657491"/>
                </a:solidFill>
                <a:latin typeface="Noto Sans KR"/>
                <a:ea typeface="Noto Sans KR"/>
                <a:cs typeface="Noto Sans KR"/>
              </a:defRPr>
            </a:lvl6pPr>
            <a:lvl7pPr>
              <a:defRPr sz="750" b="0">
                <a:solidFill>
                  <a:srgbClr val="657491"/>
                </a:solidFill>
                <a:latin typeface="Noto Sans KR"/>
                <a:ea typeface="Noto Sans KR"/>
                <a:cs typeface="Noto Sans KR"/>
              </a:defRPr>
            </a:lvl7pPr>
            <a:lvl8pPr>
              <a:defRPr sz="750" b="0">
                <a:solidFill>
                  <a:srgbClr val="657491"/>
                </a:solidFill>
                <a:latin typeface="Noto Sans KR"/>
                <a:ea typeface="Noto Sans KR"/>
                <a:cs typeface="Noto Sans KR"/>
              </a:defRPr>
            </a:lvl8pPr>
            <a:lvl9pPr>
              <a:defRPr sz="750" b="0">
                <a:solidFill>
                  <a:srgbClr val="657491"/>
                </a:solidFill>
                <a:latin typeface="Noto Sans KR"/>
                <a:ea typeface="Noto Sans KR"/>
                <a:cs typeface="Noto Sans KR"/>
              </a:defRPr>
            </a:lvl9pPr>
          </a:lstStyle>
          <a:p xmlns:a="http://schemas.openxmlformats.org/drawingml/2006/main">
            <a:pPr>
              <a:defRPr sz="750" b="0">
                <a:solidFill>
                  <a:srgbClr val="657491"/>
                </a:solidFill>
                <a:latin typeface="Noto Sans KR"/>
                <a:ea typeface="Noto Sans KR"/>
                <a:cs typeface="Noto Sans KR"/>
              </a:defRPr>
            </a:pPr>
            <a:r>
              <a:rPr sz="750" b="0">
                <a:solidFill>
                  <a:srgbClr val="657491"/>
                </a:solidFill>
                <a:latin typeface="Noto Sans KR"/>
                <a:ea typeface="Noto Sans KR"/>
                <a:cs typeface="Noto Sans KR"/>
              </a:rPr>
              <a:t>NoteQuiz · zhaoboda 2025106293 · 27</a:t>
            </a:r>
          </a:p>
        </p:txBody>
      </p:sp>
      <p:pic>
        <p:nvPicPr>
          <p:cNvPr id="4" name="">
            <a:extLst xmlns:a="http://schemas.openxmlformats.org/drawingml/2006/main">
              <a:ext uri="{FF2B5EF4-FFF2-40B4-BE49-F238E27FC236}">
                <a16:creationId xmlns:a16="http://schemas.microsoft.com/office/drawing/2014/main" id="{3EC9AA06-AB17-4C19-A21B-57CB1B720DD3}"/>
              </a:ext>
            </a:extLst>
          </p:cNvPr>
          <p:cNvPicPr>
            <a:picLocks xmlns:a="http://schemas.openxmlformats.org/drawingml/2006/main" noChangeAspect="1"/>
          </p:cNvPicPr>
          <p:nvPr/>
        </p:nvPicPr>
        <p:blipFill>
          <a:blip xmlns:r="http://schemas.openxmlformats.org/officeDocument/2006/relationships" xmlns:a="http://schemas.openxmlformats.org/drawingml/2006/main" r:embed="Rfc227bbeac964155"/>
          <a:stretch xmlns:a="http://schemas.openxmlformats.org/drawingml/2006/main"/>
        </p:blipFill>
        <p:spPr>
          <a:xfrm xmlns:a="http://schemas.openxmlformats.org/drawingml/2006/main">
            <a:off x="659698" y="1190625"/>
            <a:ext cx="1538104" cy="3333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6F79ED8-3EE9-4836-955B-D6D78FCC7914}"/>
              </a:ext>
            </a:extLst>
          </p:cNvPr>
          <p:cNvPicPr>
            <a:picLocks xmlns:a="http://schemas.openxmlformats.org/drawingml/2006/main" noChangeAspect="1"/>
          </p:cNvPicPr>
          <p:nvPr/>
        </p:nvPicPr>
        <p:blipFill>
          <a:blip xmlns:r="http://schemas.openxmlformats.org/officeDocument/2006/relationships" xmlns:a="http://schemas.openxmlformats.org/drawingml/2006/main" r:embed="R92539ac2a7bd433e"/>
          <a:stretch xmlns:a="http://schemas.openxmlformats.org/drawingml/2006/main"/>
        </p:blipFill>
        <p:spPr>
          <a:xfrm xmlns:a="http://schemas.openxmlformats.org/drawingml/2006/main">
            <a:off x="3135012" y="1190625"/>
            <a:ext cx="1540477"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CADBB68-CADC-4CA3-AC30-FF9174E0F5B1}"/>
              </a:ext>
            </a:extLst>
          </p:cNvPr>
          <p:cNvSpPr>
            <a:spLocks xmlns:a="http://schemas.openxmlformats.org/drawingml/2006/main" noGrp="1"/>
          </p:cNvSpPr>
          <p:nvPr/>
        </p:nvSpPr>
        <p:spPr>
          <a:xfrm xmlns:a="http://schemas.openxmlformats.org/drawingml/2006/main">
            <a:off x="5286375" y="1381125"/>
            <a:ext cx="3429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8243B"/>
                </a:solidFill>
                <a:latin typeface="Noto Sans KR"/>
                <a:ea typeface="Noto Sans KR"/>
                <a:cs typeface="Noto Sans KR"/>
              </a:defRPr>
            </a:defPPr>
            <a:lvl1pPr>
              <a:defRPr sz="1350" b="0">
                <a:solidFill>
                  <a:srgbClr val="18243B"/>
                </a:solidFill>
                <a:latin typeface="Noto Sans KR"/>
                <a:ea typeface="Noto Sans KR"/>
                <a:cs typeface="Noto Sans KR"/>
              </a:defRPr>
            </a:lvl1pPr>
            <a:lvl2pPr>
              <a:defRPr sz="1350" b="0">
                <a:solidFill>
                  <a:srgbClr val="18243B"/>
                </a:solidFill>
                <a:latin typeface="Noto Sans KR"/>
                <a:ea typeface="Noto Sans KR"/>
                <a:cs typeface="Noto Sans KR"/>
              </a:defRPr>
            </a:lvl2pPr>
            <a:lvl3pPr>
              <a:defRPr sz="1350" b="0">
                <a:solidFill>
                  <a:srgbClr val="18243B"/>
                </a:solidFill>
                <a:latin typeface="Noto Sans KR"/>
                <a:ea typeface="Noto Sans KR"/>
                <a:cs typeface="Noto Sans KR"/>
              </a:defRPr>
            </a:lvl3pPr>
            <a:lvl4pPr>
              <a:defRPr sz="1350" b="0">
                <a:solidFill>
                  <a:srgbClr val="18243B"/>
                </a:solidFill>
                <a:latin typeface="Noto Sans KR"/>
                <a:ea typeface="Noto Sans KR"/>
                <a:cs typeface="Noto Sans KR"/>
              </a:defRPr>
            </a:lvl4pPr>
            <a:lvl5pPr>
              <a:defRPr sz="1350" b="0">
                <a:solidFill>
                  <a:srgbClr val="18243B"/>
                </a:solidFill>
                <a:latin typeface="Noto Sans KR"/>
                <a:ea typeface="Noto Sans KR"/>
                <a:cs typeface="Noto Sans KR"/>
              </a:defRPr>
            </a:lvl5pPr>
            <a:lvl6pPr>
              <a:defRPr sz="1350" b="0">
                <a:solidFill>
                  <a:srgbClr val="18243B"/>
                </a:solidFill>
                <a:latin typeface="Noto Sans KR"/>
                <a:ea typeface="Noto Sans KR"/>
                <a:cs typeface="Noto Sans KR"/>
              </a:defRPr>
            </a:lvl6pPr>
            <a:lvl7pPr>
              <a:defRPr sz="1350" b="0">
                <a:solidFill>
                  <a:srgbClr val="18243B"/>
                </a:solidFill>
                <a:latin typeface="Noto Sans KR"/>
                <a:ea typeface="Noto Sans KR"/>
                <a:cs typeface="Noto Sans KR"/>
              </a:defRPr>
            </a:lvl7pPr>
            <a:lvl8pPr>
              <a:defRPr sz="1350" b="0">
                <a:solidFill>
                  <a:srgbClr val="18243B"/>
                </a:solidFill>
                <a:latin typeface="Noto Sans KR"/>
                <a:ea typeface="Noto Sans KR"/>
                <a:cs typeface="Noto Sans KR"/>
              </a:defRPr>
            </a:lvl8pPr>
            <a:lvl9pPr>
              <a:defRPr sz="1350" b="0">
                <a:solidFill>
                  <a:srgbClr val="18243B"/>
                </a:solidFill>
                <a:latin typeface="Noto Sans KR"/>
                <a:ea typeface="Noto Sans KR"/>
                <a:cs typeface="Noto Sans KR"/>
              </a:defRPr>
            </a:lvl9pPr>
          </a:lstStyle>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전: 제공 자료의 초기 비교안</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후: 현재 브라우저 실행</a:t>
            </a:r>
          </a:p>
          <a:p xmlns:a="http://schemas.openxmlformats.org/drawingml/2006/main">
            <a:r>
              <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학생 최종 판단(확인됨)</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직접 대조하기 위해 모두 표시한다.</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정답을 위에 두고 제목·색·여백으로</a:t>
            </a:r>
          </a:p>
          <a:p xmlns:a="http://schemas.openxmlformats.org/drawingml/2006/main">
            <a:pPr>
              <a:defRPr sz="1350" b="0">
                <a:solidFill>
                  <a:srgbClr val="18243B"/>
                </a:solidFill>
                <a:latin typeface="Noto Sans KR"/>
                <a:ea typeface="Noto Sans KR"/>
                <a:cs typeface="Noto Sans KR"/>
              </a:defRPr>
            </a:pPr>
            <a:r>
              <a:rPr sz="1350" b="0">
                <a:solidFill>
                  <a:srgbClr val="18243B"/>
                </a:solidFill>
                <a:latin typeface="Noto Sans KR"/>
                <a:ea typeface="Noto Sans KR"/>
                <a:cs typeface="Noto Sans KR"/>
              </a:rPr>
              <a:t>구분하며 필요한 스크롤을 수용한다.</a:t>
            </a:r>
          </a:p>
        </p:txBody>
      </p:sp>
      <p:sp>
        <p:nvSpPr>
          <p:cNvPr id="7" name="">
            <a:extLst xmlns:a="http://schemas.openxmlformats.org/drawingml/2006/main">
              <a:ext uri="{FF2B5EF4-FFF2-40B4-BE49-F238E27FC236}">
                <a16:creationId xmlns:a16="http://schemas.microsoft.com/office/drawing/2014/main" id="{8EE40572-BC5B-48E7-B797-9C6DAB3BE2E9}"/>
              </a:ext>
            </a:extLst>
          </p:cNvPr>
          <p:cNvSpPr>
            <a:spLocks xmlns:a="http://schemas.openxmlformats.org/drawingml/2006/main" noGrp="1"/>
          </p:cNvSpPr>
          <p:nvPr/>
        </p:nvSpPr>
        <p:spPr>
          <a:xfrm xmlns:a="http://schemas.openxmlformats.org/drawingml/2006/main">
            <a:off x="381000" y="4572000"/>
            <a:ext cx="838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4F609B"/>
                </a:solidFill>
                <a:latin typeface="Noto Sans KR"/>
                <a:ea typeface="Noto Sans KR"/>
                <a:cs typeface="Noto Sans KR"/>
              </a:defRPr>
            </a:defPPr>
            <a:lvl1pPr>
              <a:defRPr sz="975" b="0">
                <a:solidFill>
                  <a:srgbClr val="4F609B"/>
                </a:solidFill>
                <a:latin typeface="Noto Sans KR"/>
                <a:ea typeface="Noto Sans KR"/>
                <a:cs typeface="Noto Sans KR"/>
              </a:defRPr>
            </a:lvl1pPr>
            <a:lvl2pPr>
              <a:defRPr sz="975" b="0">
                <a:solidFill>
                  <a:srgbClr val="4F609B"/>
                </a:solidFill>
                <a:latin typeface="Noto Sans KR"/>
                <a:ea typeface="Noto Sans KR"/>
                <a:cs typeface="Noto Sans KR"/>
              </a:defRPr>
            </a:lvl2pPr>
            <a:lvl3pPr>
              <a:defRPr sz="975" b="0">
                <a:solidFill>
                  <a:srgbClr val="4F609B"/>
                </a:solidFill>
                <a:latin typeface="Noto Sans KR"/>
                <a:ea typeface="Noto Sans KR"/>
                <a:cs typeface="Noto Sans KR"/>
              </a:defRPr>
            </a:lvl3pPr>
            <a:lvl4pPr>
              <a:defRPr sz="975" b="0">
                <a:solidFill>
                  <a:srgbClr val="4F609B"/>
                </a:solidFill>
                <a:latin typeface="Noto Sans KR"/>
                <a:ea typeface="Noto Sans KR"/>
                <a:cs typeface="Noto Sans KR"/>
              </a:defRPr>
            </a:lvl4pPr>
            <a:lvl5pPr>
              <a:defRPr sz="975" b="0">
                <a:solidFill>
                  <a:srgbClr val="4F609B"/>
                </a:solidFill>
                <a:latin typeface="Noto Sans KR"/>
                <a:ea typeface="Noto Sans KR"/>
                <a:cs typeface="Noto Sans KR"/>
              </a:defRPr>
            </a:lvl5pPr>
            <a:lvl6pPr>
              <a:defRPr sz="975" b="0">
                <a:solidFill>
                  <a:srgbClr val="4F609B"/>
                </a:solidFill>
                <a:latin typeface="Noto Sans KR"/>
                <a:ea typeface="Noto Sans KR"/>
                <a:cs typeface="Noto Sans KR"/>
              </a:defRPr>
            </a:lvl6pPr>
            <a:lvl7pPr>
              <a:defRPr sz="975" b="0">
                <a:solidFill>
                  <a:srgbClr val="4F609B"/>
                </a:solidFill>
                <a:latin typeface="Noto Sans KR"/>
                <a:ea typeface="Noto Sans KR"/>
                <a:cs typeface="Noto Sans KR"/>
              </a:defRPr>
            </a:lvl7pPr>
            <a:lvl8pPr>
              <a:defRPr sz="975" b="0">
                <a:solidFill>
                  <a:srgbClr val="4F609B"/>
                </a:solidFill>
                <a:latin typeface="Noto Sans KR"/>
                <a:ea typeface="Noto Sans KR"/>
                <a:cs typeface="Noto Sans KR"/>
              </a:defRPr>
            </a:lvl8pPr>
            <a:lvl9pPr>
              <a:defRPr sz="975" b="0">
                <a:solidFill>
                  <a:srgbClr val="4F609B"/>
                </a:solidFill>
                <a:latin typeface="Noto Sans KR"/>
                <a:ea typeface="Noto Sans KR"/>
                <a:cs typeface="Noto Sans KR"/>
              </a:defRPr>
            </a:lvl9pPr>
          </a:lstStyle>
          <a:p xmlns:a="http://schemas.openxmlformats.org/drawingml/2006/main">
            <a:pPr>
              <a:defRPr sz="975" b="0">
                <a:solidFill>
                  <a:srgbClr val="4F609B"/>
                </a:solidFill>
                <a:latin typeface="Noto Sans KR"/>
                <a:ea typeface="Noto Sans KR"/>
                <a:cs typeface="Noto Sans KR"/>
              </a:defRPr>
            </a:pPr>
            <a:r>
              <a:rPr sz="975" b="0">
                <a:solidFill>
                  <a:srgbClr val="4F609B"/>
                </a:solidFill>
                <a:latin typeface="Noto Sans KR"/>
                <a:ea typeface="Noto Sans KR"/>
                <a:cs typeface="Noto Sans KR"/>
              </a:rPr>
              <a:t>과거 배포 버전·사용자 실험이 아닌 설계 비교입니다. 실제 응답: prompt-log U1/U2/U3.</a:t>
            </a:r>
          </a:p>
        </p:txBody>
      </p:sp>
    </p:spTree>
    <p:extLst>
      <p:ext uri="{BB962C8B-B14F-4D97-AF65-F5344CB8AC3E}">
        <p14:creationId xmlns:p14="http://schemas.microsoft.com/office/powerpoint/2010/main" val="114576394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2026-10-28T23:39:06.9650000Z</dcterms:created>
  <dcterms:modified xsi:type="dcterms:W3CDTF">2026-10-28T23:39:06.9650000Z</dcterms:modified>
</coreProperties>
</file>